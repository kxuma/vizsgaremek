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A7587FE9-0546-4BBB-ACAD-D3779E422514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1B54AF9C-CF55-4724-AB29-2151D38E2B7E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CBF1ED2-8110-46D3-8C2D-0218DE282259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3D8CBCFF-34ED-4C89-BE2E-5D9830F9457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54951" y="2099736"/>
            <a:ext cx="8825660" cy="2677646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9BB0B9A-AF64-45C6-87EF-77DB97A3FA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54951" y="4777383"/>
            <a:ext cx="8825660" cy="861419"/>
          </a:xfrm>
        </p:spPr>
        <p:txBody>
          <a:bodyPr/>
          <a:lstStyle>
            <a:lvl1pPr marL="0" indent="0">
              <a:buNone/>
              <a:defRPr cap="all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6CA801C-2B3D-42E3-8C0C-F9EE0084C99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 rot="5400013">
            <a:off x="10158994" y="1792224"/>
            <a:ext cx="990596" cy="304796"/>
          </a:xfrm>
        </p:spPr>
        <p:txBody>
          <a:bodyPr anchor="t"/>
          <a:lstStyle>
            <a:lvl1pPr algn="l">
              <a:defRPr b="0">
                <a:solidFill>
                  <a:srgbClr val="FFFFFF"/>
                </a:solidFill>
              </a:defRPr>
            </a:lvl1pPr>
          </a:lstStyle>
          <a:p>
            <a:pPr lvl="0"/>
            <a:fld id="{95CE2885-3E21-4B5B-906F-A210268CCD36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FA9583B-7075-4D83-876D-8EF8C13404D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 rot="5400013">
            <a:off x="8951981" y="3227837"/>
            <a:ext cx="3859792" cy="304796"/>
          </a:xfrm>
        </p:spPr>
        <p:txBody>
          <a:bodyPr/>
          <a:lstStyle>
            <a:lvl1pPr>
              <a:defRPr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9598C149-485F-41C1-8F30-3C952D678421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5D32A79-7959-4F7D-874F-A7F150D9B5E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5B1F27-23F4-49EE-90E4-D1B402836B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498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DE6D0CF-A8B6-4D93-8C09-7356CADD78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B47EB8-1E38-485D-BB35-8860A22C1951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EABCD04-C5FB-484A-AEF5-764636B63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3A3293-72F4-4513-9607-EA85D01F7D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71AD92-9E7C-482C-A826-41235DC4CC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611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07089602-DE97-4671-8A40-821F99A4B4A1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FC8CA838-A4B3-44A3-B85F-AAC7812A07F8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A1573C04-DB1A-4670-BC2F-7BEDBB070C89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7">
              <a:extLst>
                <a:ext uri="{FF2B5EF4-FFF2-40B4-BE49-F238E27FC236}">
                  <a16:creationId xmlns:a16="http://schemas.microsoft.com/office/drawing/2014/main" id="{38549A1E-4B2D-4B91-9B43-404BBE6B6BDF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8">
              <a:extLst>
                <a:ext uri="{FF2B5EF4-FFF2-40B4-BE49-F238E27FC236}">
                  <a16:creationId xmlns:a16="http://schemas.microsoft.com/office/drawing/2014/main" id="{AD17CC76-0DF2-449C-9626-7E1B9A6372A0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19">
              <a:extLst>
                <a:ext uri="{FF2B5EF4-FFF2-40B4-BE49-F238E27FC236}">
                  <a16:creationId xmlns:a16="http://schemas.microsoft.com/office/drawing/2014/main" id="{351F5024-636C-423D-8858-EC250FF6362B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20">
              <a:extLst>
                <a:ext uri="{FF2B5EF4-FFF2-40B4-BE49-F238E27FC236}">
                  <a16:creationId xmlns:a16="http://schemas.microsoft.com/office/drawing/2014/main" id="{D1FBE43D-0418-411E-888E-B7E83BFC3715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5E30186-3149-44EE-8FCE-56E518521FF1}"/>
                </a:ext>
              </a:extLst>
            </p:cNvPr>
            <p:cNvSpPr/>
            <p:nvPr/>
          </p:nvSpPr>
          <p:spPr>
            <a:xfrm>
              <a:off x="7289797" y="402162"/>
              <a:ext cx="4478868" cy="6053666"/>
            </a:xfrm>
            <a:prstGeom prst="rect">
              <a:avLst/>
            </a:pr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47761A0-A81E-4025-B1AE-14E1AA319C8B}"/>
                </a:ext>
              </a:extLst>
            </p:cNvPr>
            <p:cNvSpPr/>
            <p:nvPr/>
          </p:nvSpPr>
          <p:spPr>
            <a:xfrm rot="16200004">
              <a:off x="3787248" y="2801726"/>
              <a:ext cx="6053666" cy="12545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000"/>
                <a:gd name="f5" fmla="val 7970"/>
                <a:gd name="f6" fmla="val 7"/>
                <a:gd name="f7" fmla="val 9773"/>
                <a:gd name="f8" fmla="val 156"/>
                <a:gd name="f9" fmla="val 9547"/>
                <a:gd name="f10" fmla="val 298"/>
                <a:gd name="f11" fmla="val 9320"/>
                <a:gd name="f12" fmla="val 437"/>
                <a:gd name="f13" fmla="val 9092"/>
                <a:gd name="f14" fmla="val 556"/>
                <a:gd name="f15" fmla="val 8865"/>
                <a:gd name="f16" fmla="val 676"/>
                <a:gd name="f17" fmla="val 8637"/>
                <a:gd name="f18" fmla="val 788"/>
                <a:gd name="f19" fmla="val 8412"/>
                <a:gd name="f20" fmla="val 884"/>
                <a:gd name="f21" fmla="val 8184"/>
                <a:gd name="f22" fmla="val 975"/>
                <a:gd name="f23" fmla="val 7957"/>
                <a:gd name="f24" fmla="val 1058"/>
                <a:gd name="f25" fmla="val 7734"/>
                <a:gd name="f26" fmla="val 1130"/>
                <a:gd name="f27" fmla="val 7508"/>
                <a:gd name="f28" fmla="val 1202"/>
                <a:gd name="f29" fmla="val 7285"/>
                <a:gd name="f30" fmla="val 1262"/>
                <a:gd name="f31" fmla="val 7062"/>
                <a:gd name="f32" fmla="val 1309"/>
                <a:gd name="f33" fmla="val 6840"/>
                <a:gd name="f34" fmla="val 1358"/>
                <a:gd name="f35" fmla="val 6620"/>
                <a:gd name="f36" fmla="val 1399"/>
                <a:gd name="f37" fmla="val 6402"/>
                <a:gd name="f38" fmla="val 1428"/>
                <a:gd name="f39" fmla="val 6184"/>
                <a:gd name="f40" fmla="val 1453"/>
                <a:gd name="f41" fmla="val 5968"/>
                <a:gd name="f42" fmla="val 1477"/>
                <a:gd name="f43" fmla="val 5755"/>
                <a:gd name="f44" fmla="val 1488"/>
                <a:gd name="f45" fmla="val 5542"/>
                <a:gd name="f46" fmla="val 1500"/>
                <a:gd name="f47" fmla="val 5332"/>
                <a:gd name="f48" fmla="val 1506"/>
                <a:gd name="f49" fmla="val 5124"/>
                <a:gd name="f50" fmla="val 4918"/>
                <a:gd name="f51" fmla="val 4714"/>
                <a:gd name="f52" fmla="val 4514"/>
                <a:gd name="f53" fmla="val 1470"/>
                <a:gd name="f54" fmla="val 4316"/>
                <a:gd name="f55" fmla="val 4122"/>
                <a:gd name="f56" fmla="val 1434"/>
                <a:gd name="f57" fmla="val 3929"/>
                <a:gd name="f58" fmla="val 1405"/>
                <a:gd name="f59" fmla="val 3739"/>
                <a:gd name="f60" fmla="val 1374"/>
                <a:gd name="f61" fmla="val 3553"/>
                <a:gd name="f62" fmla="val 1346"/>
                <a:gd name="f63" fmla="val 3190"/>
                <a:gd name="f64" fmla="val 1267"/>
                <a:gd name="f65" fmla="val 2842"/>
                <a:gd name="f66" fmla="val 1183"/>
                <a:gd name="f67" fmla="val 2508"/>
                <a:gd name="f68" fmla="val 1095"/>
                <a:gd name="f69" fmla="val 2192"/>
                <a:gd name="f70" fmla="val 998"/>
                <a:gd name="f71" fmla="val 1890"/>
                <a:gd name="f72" fmla="val 897"/>
                <a:gd name="f73" fmla="val 1610"/>
                <a:gd name="f74" fmla="val 1347"/>
                <a:gd name="f75" fmla="val 681"/>
                <a:gd name="f76" fmla="val 1105"/>
                <a:gd name="f77" fmla="val 574"/>
                <a:gd name="f78" fmla="val 883"/>
                <a:gd name="f79" fmla="val 473"/>
                <a:gd name="f80" fmla="val 686"/>
                <a:gd name="f81" fmla="val 377"/>
                <a:gd name="f82" fmla="val 508"/>
                <a:gd name="f83" fmla="val 286"/>
                <a:gd name="f84" fmla="val 358"/>
                <a:gd name="f85" fmla="val 210"/>
                <a:gd name="f86" fmla="val 232"/>
                <a:gd name="f87" fmla="val 138"/>
                <a:gd name="f88" fmla="val 59"/>
                <a:gd name="f89" fmla="val 35"/>
                <a:gd name="f90" fmla="*/ f0 1 10000"/>
                <a:gd name="f91" fmla="*/ f1 1 8000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8000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8000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71AB5B8-9657-43E6-973B-4CE0AC503389}"/>
                </a:ext>
              </a:extLst>
            </p:cNvPr>
            <p:cNvSpPr/>
            <p:nvPr/>
          </p:nvSpPr>
          <p:spPr>
            <a:xfrm rot="15922474">
              <a:off x="4698351" y="1826073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418AE29-53BF-46D4-A6AF-F1AD96AE67A3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ADD74F5E-7AF9-4F0B-8C58-A0D3825BFC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2677646"/>
            <a:ext cx="4351026" cy="2283823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746600-9D21-44BB-B05C-0AF86E5D9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95563" y="2677646"/>
            <a:ext cx="3757543" cy="2283823"/>
          </a:xfrm>
        </p:spPr>
        <p:txBody>
          <a:bodyPr anchor="ctr"/>
          <a:lstStyle>
            <a:lvl1pPr marL="0" indent="0">
              <a:buNone/>
              <a:defRPr sz="2000" cap="all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D73247F-FBC6-4761-B6C5-EAD05339AB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8E81FAD-9BF3-468E-8F02-CDB949AB3CA8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1920FAF-A2D8-4F0C-B32D-50ECBC1CFE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F38836B6-F2EB-46E7-906C-37D4B61B3982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43A2CB3-5D4A-484C-B76B-CD92744394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8280F4-8720-4E97-B151-BD2FB1653D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2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F69CDCB-758D-4A67-A02F-A9D5514749E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8711" y="2603497"/>
            <a:ext cx="4825160" cy="341629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E70AC72-F7FB-4A45-9A8B-7928E3635B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5957A9-50A0-459A-A5D6-1AA73635B80D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EBEB8-E89E-4554-9715-076C42E626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F915B76-FD1E-42A4-B013-0FE33689BE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8FD939-4225-4C5B-9795-6AA9A7C626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0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508F427-C792-40CE-B062-2FDA78E262E5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154951" y="3179761"/>
            <a:ext cx="4825160" cy="28400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43B1FBA-4021-44B3-8180-B56484236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08711" y="2603497"/>
            <a:ext cx="4825160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B3116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68C19E1-2AB6-4895-9026-B75AB28E327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208711" y="3179761"/>
            <a:ext cx="4825160" cy="28400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EB845E6F-04E5-4ADD-A516-40ACE579813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5F0793-9E1F-4F7D-8B10-1A4648562821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7247A9D-DC43-4829-A62B-275095D056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D3A4122-4CC7-4D5C-89BA-94EB65673F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E2A16B-9512-4EF7-8F45-D1A77BCC5E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0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E5ECB51-953F-4717-92FC-0EB70E0402F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88BF29D-176D-4B85-ADBB-3FFACA0BDFC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AF16AD-973D-4DE9-86CF-50161EE5E4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8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1F44A-2F6F-445B-94B5-FBEA2FC798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26BFDA-4C76-469A-99A9-C33A80618016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71CED-E7FA-4392-B407-9426A0982C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671CD4-86CA-49A1-9852-F598B5B26086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61AA1C5-940A-4DE1-B8ED-D4AF8CC58E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4A113D-4DF0-473E-8240-24E4287A78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3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19349126-243C-4BEF-96BF-939BCC2396B5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E36F9722-91E6-4604-A91E-F6A3B0472138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28D555DC-28B6-4529-B261-4CBDC2A35D2E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8E105D91-1E03-4E91-A56D-115BACFD7563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9">
              <a:extLst>
                <a:ext uri="{FF2B5EF4-FFF2-40B4-BE49-F238E27FC236}">
                  <a16:creationId xmlns:a16="http://schemas.microsoft.com/office/drawing/2014/main" id="{D2ED2C6B-2D2E-44DE-B7A8-B70873894E8E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20">
              <a:extLst>
                <a:ext uri="{FF2B5EF4-FFF2-40B4-BE49-F238E27FC236}">
                  <a16:creationId xmlns:a16="http://schemas.microsoft.com/office/drawing/2014/main" id="{FCE51CC8-DB6E-4C0E-BD59-C1F8FC564D19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21">
              <a:extLst>
                <a:ext uri="{FF2B5EF4-FFF2-40B4-BE49-F238E27FC236}">
                  <a16:creationId xmlns:a16="http://schemas.microsoft.com/office/drawing/2014/main" id="{C194C1B4-9C54-4559-8599-D1D9FA575F74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202133E4-57C1-4BB6-ADBF-0A2771BBF26E}"/>
                </a:ext>
              </a:extLst>
            </p:cNvPr>
            <p:cNvSpPr/>
            <p:nvPr/>
          </p:nvSpPr>
          <p:spPr>
            <a:xfrm>
              <a:off x="5713408" y="402162"/>
              <a:ext cx="6055257" cy="6053666"/>
            </a:xfrm>
            <a:prstGeom prst="rect">
              <a:avLst/>
            </a:pr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61FF7CA-8C39-4CA5-8F20-412D7F677A5A}"/>
                </a:ext>
              </a:extLst>
            </p:cNvPr>
            <p:cNvSpPr/>
            <p:nvPr/>
          </p:nvSpPr>
          <p:spPr>
            <a:xfrm rot="15922474">
              <a:off x="3140478" y="1826073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C7B1F98C-0692-497B-B16B-91747EF6F4EA}"/>
                </a:ext>
              </a:extLst>
            </p:cNvPr>
            <p:cNvSpPr/>
            <p:nvPr/>
          </p:nvSpPr>
          <p:spPr>
            <a:xfrm rot="16200004">
              <a:off x="2229375" y="2801726"/>
              <a:ext cx="6053666" cy="12545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000"/>
                <a:gd name="f5" fmla="val 7970"/>
                <a:gd name="f6" fmla="val 7"/>
                <a:gd name="f7" fmla="val 9773"/>
                <a:gd name="f8" fmla="val 156"/>
                <a:gd name="f9" fmla="val 9547"/>
                <a:gd name="f10" fmla="val 298"/>
                <a:gd name="f11" fmla="val 9320"/>
                <a:gd name="f12" fmla="val 437"/>
                <a:gd name="f13" fmla="val 9092"/>
                <a:gd name="f14" fmla="val 556"/>
                <a:gd name="f15" fmla="val 8865"/>
                <a:gd name="f16" fmla="val 676"/>
                <a:gd name="f17" fmla="val 8637"/>
                <a:gd name="f18" fmla="val 788"/>
                <a:gd name="f19" fmla="val 8412"/>
                <a:gd name="f20" fmla="val 884"/>
                <a:gd name="f21" fmla="val 8184"/>
                <a:gd name="f22" fmla="val 975"/>
                <a:gd name="f23" fmla="val 7957"/>
                <a:gd name="f24" fmla="val 1058"/>
                <a:gd name="f25" fmla="val 7734"/>
                <a:gd name="f26" fmla="val 1130"/>
                <a:gd name="f27" fmla="val 7508"/>
                <a:gd name="f28" fmla="val 1202"/>
                <a:gd name="f29" fmla="val 7285"/>
                <a:gd name="f30" fmla="val 1262"/>
                <a:gd name="f31" fmla="val 7062"/>
                <a:gd name="f32" fmla="val 1309"/>
                <a:gd name="f33" fmla="val 6840"/>
                <a:gd name="f34" fmla="val 1358"/>
                <a:gd name="f35" fmla="val 6620"/>
                <a:gd name="f36" fmla="val 1399"/>
                <a:gd name="f37" fmla="val 6402"/>
                <a:gd name="f38" fmla="val 1428"/>
                <a:gd name="f39" fmla="val 6184"/>
                <a:gd name="f40" fmla="val 1453"/>
                <a:gd name="f41" fmla="val 5968"/>
                <a:gd name="f42" fmla="val 1477"/>
                <a:gd name="f43" fmla="val 5755"/>
                <a:gd name="f44" fmla="val 1488"/>
                <a:gd name="f45" fmla="val 5542"/>
                <a:gd name="f46" fmla="val 1500"/>
                <a:gd name="f47" fmla="val 5332"/>
                <a:gd name="f48" fmla="val 1506"/>
                <a:gd name="f49" fmla="val 5124"/>
                <a:gd name="f50" fmla="val 4918"/>
                <a:gd name="f51" fmla="val 4714"/>
                <a:gd name="f52" fmla="val 4514"/>
                <a:gd name="f53" fmla="val 1470"/>
                <a:gd name="f54" fmla="val 4316"/>
                <a:gd name="f55" fmla="val 4122"/>
                <a:gd name="f56" fmla="val 1434"/>
                <a:gd name="f57" fmla="val 3929"/>
                <a:gd name="f58" fmla="val 1405"/>
                <a:gd name="f59" fmla="val 3739"/>
                <a:gd name="f60" fmla="val 1374"/>
                <a:gd name="f61" fmla="val 3553"/>
                <a:gd name="f62" fmla="val 1346"/>
                <a:gd name="f63" fmla="val 3190"/>
                <a:gd name="f64" fmla="val 1267"/>
                <a:gd name="f65" fmla="val 2842"/>
                <a:gd name="f66" fmla="val 1183"/>
                <a:gd name="f67" fmla="val 2508"/>
                <a:gd name="f68" fmla="val 1095"/>
                <a:gd name="f69" fmla="val 2192"/>
                <a:gd name="f70" fmla="val 998"/>
                <a:gd name="f71" fmla="val 1890"/>
                <a:gd name="f72" fmla="val 897"/>
                <a:gd name="f73" fmla="val 1610"/>
                <a:gd name="f74" fmla="val 1347"/>
                <a:gd name="f75" fmla="val 681"/>
                <a:gd name="f76" fmla="val 1105"/>
                <a:gd name="f77" fmla="val 574"/>
                <a:gd name="f78" fmla="val 883"/>
                <a:gd name="f79" fmla="val 473"/>
                <a:gd name="f80" fmla="val 686"/>
                <a:gd name="f81" fmla="val 377"/>
                <a:gd name="f82" fmla="val 508"/>
                <a:gd name="f83" fmla="val 286"/>
                <a:gd name="f84" fmla="val 358"/>
                <a:gd name="f85" fmla="val 210"/>
                <a:gd name="f86" fmla="val 232"/>
                <a:gd name="f87" fmla="val 138"/>
                <a:gd name="f88" fmla="val 59"/>
                <a:gd name="f89" fmla="val 35"/>
                <a:gd name="f90" fmla="*/ f0 1 10000"/>
                <a:gd name="f91" fmla="*/ f1 1 8000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8000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8000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D15CFB0-0C78-4521-8402-225FBEF406F5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9A00C69B-4BB4-4D2B-B5F5-B0FAAD803E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1295403"/>
            <a:ext cx="2793153" cy="1600200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756A5EE-A025-49ED-81F8-4A0EF9CFC3F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781147" y="1447796"/>
            <a:ext cx="5190070" cy="4572000"/>
          </a:xfrm>
        </p:spPr>
        <p:txBody>
          <a:bodyPr anchor="ctr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7C4A510-302D-4912-BC6B-5DAC6AD1CB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54951" y="3129277"/>
            <a:ext cx="2793153" cy="2895603"/>
          </a:xfrm>
        </p:spPr>
        <p:txBody>
          <a:bodyPr/>
          <a:lstStyle>
            <a:lvl1pPr marL="0" indent="0">
              <a:buNone/>
              <a:defRPr sz="14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4198090D-F3AE-48C0-AC4D-5307EB9A4A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E25F1C-00D9-40EF-B141-4A8E0CB456A7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249C038B-A4F4-4F14-8E9A-9A34C7E72A6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389355B-56A6-4F64-989E-53BD128B2CD9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036D41C9-EA48-4F7F-8408-F5ACA39B0B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EE83A8-CC42-4FD1-90D4-6C55CD6176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D37AE572-90D9-4BF4-83C6-1694DEFC1F0A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7EBBF59A-BCEB-49D4-BD13-1EB99C504F96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6">
              <a:extLst>
                <a:ext uri="{FF2B5EF4-FFF2-40B4-BE49-F238E27FC236}">
                  <a16:creationId xmlns:a16="http://schemas.microsoft.com/office/drawing/2014/main" id="{8AEBD29B-A579-49A1-8235-8581212AA1B1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7">
              <a:extLst>
                <a:ext uri="{FF2B5EF4-FFF2-40B4-BE49-F238E27FC236}">
                  <a16:creationId xmlns:a16="http://schemas.microsoft.com/office/drawing/2014/main" id="{378AE1B0-5D84-4A3E-8CEB-2E130098D230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8">
              <a:extLst>
                <a:ext uri="{FF2B5EF4-FFF2-40B4-BE49-F238E27FC236}">
                  <a16:creationId xmlns:a16="http://schemas.microsoft.com/office/drawing/2014/main" id="{0C7EFA6B-0DB9-46EE-9A64-79F274CC15E6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19">
              <a:extLst>
                <a:ext uri="{FF2B5EF4-FFF2-40B4-BE49-F238E27FC236}">
                  <a16:creationId xmlns:a16="http://schemas.microsoft.com/office/drawing/2014/main" id="{5B4ADBE1-0C05-4FC2-8BFE-6E7FDE3D137D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20">
              <a:extLst>
                <a:ext uri="{FF2B5EF4-FFF2-40B4-BE49-F238E27FC236}">
                  <a16:creationId xmlns:a16="http://schemas.microsoft.com/office/drawing/2014/main" id="{79DC14A9-5778-4FCC-80BF-3BC09F1A4030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5DA722E2-28BD-499B-A7F4-71B4C0407105}"/>
                </a:ext>
              </a:extLst>
            </p:cNvPr>
            <p:cNvSpPr/>
            <p:nvPr/>
          </p:nvSpPr>
          <p:spPr>
            <a:xfrm>
              <a:off x="6172200" y="402162"/>
              <a:ext cx="5596466" cy="6053666"/>
            </a:xfrm>
            <a:prstGeom prst="rect">
              <a:avLst/>
            </a:pr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EF87172-0AA5-4B3C-BDAC-BEDF09A5E4CF}"/>
                </a:ext>
              </a:extLst>
            </p:cNvPr>
            <p:cNvSpPr/>
            <p:nvPr/>
          </p:nvSpPr>
          <p:spPr>
            <a:xfrm rot="15922474">
              <a:off x="4203587" y="1826073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0C418D31-2AD1-49EF-ADAA-2A1501CD979E}"/>
                </a:ext>
              </a:extLst>
            </p:cNvPr>
            <p:cNvSpPr/>
            <p:nvPr/>
          </p:nvSpPr>
          <p:spPr>
            <a:xfrm rot="16200004">
              <a:off x="3295438" y="2801726"/>
              <a:ext cx="6053666" cy="12545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000"/>
                <a:gd name="f5" fmla="val 7970"/>
                <a:gd name="f6" fmla="val 7"/>
                <a:gd name="f7" fmla="val 9773"/>
                <a:gd name="f8" fmla="val 156"/>
                <a:gd name="f9" fmla="val 9547"/>
                <a:gd name="f10" fmla="val 298"/>
                <a:gd name="f11" fmla="val 9320"/>
                <a:gd name="f12" fmla="val 437"/>
                <a:gd name="f13" fmla="val 9092"/>
                <a:gd name="f14" fmla="val 556"/>
                <a:gd name="f15" fmla="val 8865"/>
                <a:gd name="f16" fmla="val 676"/>
                <a:gd name="f17" fmla="val 8637"/>
                <a:gd name="f18" fmla="val 788"/>
                <a:gd name="f19" fmla="val 8412"/>
                <a:gd name="f20" fmla="val 884"/>
                <a:gd name="f21" fmla="val 8184"/>
                <a:gd name="f22" fmla="val 975"/>
                <a:gd name="f23" fmla="val 7957"/>
                <a:gd name="f24" fmla="val 1058"/>
                <a:gd name="f25" fmla="val 7734"/>
                <a:gd name="f26" fmla="val 1130"/>
                <a:gd name="f27" fmla="val 7508"/>
                <a:gd name="f28" fmla="val 1202"/>
                <a:gd name="f29" fmla="val 7285"/>
                <a:gd name="f30" fmla="val 1262"/>
                <a:gd name="f31" fmla="val 7062"/>
                <a:gd name="f32" fmla="val 1309"/>
                <a:gd name="f33" fmla="val 6840"/>
                <a:gd name="f34" fmla="val 1358"/>
                <a:gd name="f35" fmla="val 6620"/>
                <a:gd name="f36" fmla="val 1399"/>
                <a:gd name="f37" fmla="val 6402"/>
                <a:gd name="f38" fmla="val 1428"/>
                <a:gd name="f39" fmla="val 6184"/>
                <a:gd name="f40" fmla="val 1453"/>
                <a:gd name="f41" fmla="val 5968"/>
                <a:gd name="f42" fmla="val 1477"/>
                <a:gd name="f43" fmla="val 5755"/>
                <a:gd name="f44" fmla="val 1488"/>
                <a:gd name="f45" fmla="val 5542"/>
                <a:gd name="f46" fmla="val 1500"/>
                <a:gd name="f47" fmla="val 5332"/>
                <a:gd name="f48" fmla="val 1506"/>
                <a:gd name="f49" fmla="val 5124"/>
                <a:gd name="f50" fmla="val 4918"/>
                <a:gd name="f51" fmla="val 4714"/>
                <a:gd name="f52" fmla="val 4514"/>
                <a:gd name="f53" fmla="val 1470"/>
                <a:gd name="f54" fmla="val 4316"/>
                <a:gd name="f55" fmla="val 4122"/>
                <a:gd name="f56" fmla="val 1434"/>
                <a:gd name="f57" fmla="val 3929"/>
                <a:gd name="f58" fmla="val 1405"/>
                <a:gd name="f59" fmla="val 3739"/>
                <a:gd name="f60" fmla="val 1374"/>
                <a:gd name="f61" fmla="val 3553"/>
                <a:gd name="f62" fmla="val 1346"/>
                <a:gd name="f63" fmla="val 3190"/>
                <a:gd name="f64" fmla="val 1267"/>
                <a:gd name="f65" fmla="val 2842"/>
                <a:gd name="f66" fmla="val 1183"/>
                <a:gd name="f67" fmla="val 2508"/>
                <a:gd name="f68" fmla="val 1095"/>
                <a:gd name="f69" fmla="val 2192"/>
                <a:gd name="f70" fmla="val 998"/>
                <a:gd name="f71" fmla="val 1890"/>
                <a:gd name="f72" fmla="val 897"/>
                <a:gd name="f73" fmla="val 1610"/>
                <a:gd name="f74" fmla="val 1347"/>
                <a:gd name="f75" fmla="val 681"/>
                <a:gd name="f76" fmla="val 1105"/>
                <a:gd name="f77" fmla="val 574"/>
                <a:gd name="f78" fmla="val 883"/>
                <a:gd name="f79" fmla="val 473"/>
                <a:gd name="f80" fmla="val 686"/>
                <a:gd name="f81" fmla="val 377"/>
                <a:gd name="f82" fmla="val 508"/>
                <a:gd name="f83" fmla="val 286"/>
                <a:gd name="f84" fmla="val 358"/>
                <a:gd name="f85" fmla="val 210"/>
                <a:gd name="f86" fmla="val 232"/>
                <a:gd name="f87" fmla="val 138"/>
                <a:gd name="f88" fmla="val 59"/>
                <a:gd name="f89" fmla="val 35"/>
                <a:gd name="f90" fmla="*/ f0 1 10000"/>
                <a:gd name="f91" fmla="*/ f1 1 8000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8000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8000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EB77AB3-D2A0-4B59-9420-0EE333D0C5D4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0B0C0C38-A7DA-4952-8CBF-8DC2F632A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1693331"/>
            <a:ext cx="3865132" cy="1735668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566BC69-6AC6-46BC-87DA-A887A6C42B94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6547872" y="1143000"/>
            <a:ext cx="3227191" cy="4572000"/>
          </a:xfrm>
          <a:effectLst>
            <a:outerShdw dist="50804" dir="5400000" algn="tl">
              <a:srgbClr val="000000">
                <a:alpha val="43000"/>
              </a:srgbClr>
            </a:outerShdw>
          </a:effectLst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A181AC3-7D64-426C-BF90-42A75D9B48B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54951" y="3657600"/>
            <a:ext cx="3859216" cy="1371600"/>
          </a:xfrm>
        </p:spPr>
        <p:txBody>
          <a:bodyPr/>
          <a:lstStyle>
            <a:lvl1pPr marL="0" indent="0">
              <a:buNone/>
              <a:defRPr sz="14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768C8562-CA1E-4BC3-9081-266C6B071C5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E65D0E-2890-445F-9361-5565F8B6CD7F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2C37F54D-991F-4C9C-9922-21B918AA40F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E824C537-FAC5-4536-BA0D-03BF74D716C8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A3A669B1-0FB4-4062-92BA-2F9BC6778E3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B5B156-12C2-4638-9D40-9B016CDC16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8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F04ED5A-B9EE-4141-88A4-7924E8EF855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54951" y="685800"/>
            <a:ext cx="8825660" cy="3429000"/>
          </a:xfrm>
          <a:effectLst>
            <a:outerShdw dist="50804" dir="5400000" algn="tl">
              <a:srgbClr val="000000">
                <a:alpha val="43000"/>
              </a:srgbClr>
            </a:outerShdw>
          </a:effectLst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4EA6C0E-7898-48E2-8A1C-95B3D15717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54951" y="5536664"/>
            <a:ext cx="8825660" cy="493711"/>
          </a:xfrm>
        </p:spPr>
        <p:txBody>
          <a:bodyPr/>
          <a:lstStyle>
            <a:lvl1pPr marL="0" indent="0">
              <a:buNone/>
              <a:defRPr sz="12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3E7F5A6-FA4B-4FF8-B68F-4C0E04B6F8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8C397C-7089-4CD1-A893-4DE09CF46067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F5C8041-BDDA-43CD-BB8C-F0BA403F23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B1FE020-D7AC-4C7F-84CE-5602379662A5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C9A44-56AE-42E0-BA6D-87F18240100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34F31B-9E22-420E-8489-FD7D12580A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9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6680CB49-E777-44AD-8E72-9891306223F5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0">
              <a:extLst>
                <a:ext uri="{FF2B5EF4-FFF2-40B4-BE49-F238E27FC236}">
                  <a16:creationId xmlns:a16="http://schemas.microsoft.com/office/drawing/2014/main" id="{582EAB4F-85C4-49C6-A62F-E4944ED3F202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3">
              <a:extLst>
                <a:ext uri="{FF2B5EF4-FFF2-40B4-BE49-F238E27FC236}">
                  <a16:creationId xmlns:a16="http://schemas.microsoft.com/office/drawing/2014/main" id="{44B742F8-D5E5-45DF-95A0-ABC681C725AA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5A303DDE-2531-4AC1-A338-323180AE7E9D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5">
              <a:extLst>
                <a:ext uri="{FF2B5EF4-FFF2-40B4-BE49-F238E27FC236}">
                  <a16:creationId xmlns:a16="http://schemas.microsoft.com/office/drawing/2014/main" id="{64C38665-8556-4FAF-9823-59866F7ED0BE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17">
              <a:extLst>
                <a:ext uri="{FF2B5EF4-FFF2-40B4-BE49-F238E27FC236}">
                  <a16:creationId xmlns:a16="http://schemas.microsoft.com/office/drawing/2014/main" id="{8ADB9229-5BB2-4100-9718-23CB9C29EC6C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C4CEAD41-2B9E-435A-B4CC-B0E3DC6FFD12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B76EE75-6516-4916-BBDD-E3ADFE75C47C}"/>
                </a:ext>
              </a:extLst>
            </p:cNvPr>
            <p:cNvSpPr/>
            <p:nvPr/>
          </p:nvSpPr>
          <p:spPr>
            <a:xfrm rot="21010064">
              <a:off x="8490945" y="2714872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CE9EE7F-DEDD-40DB-B263-CA0FDFE46E9F}"/>
                </a:ext>
              </a:extLst>
            </p:cNvPr>
            <p:cNvSpPr/>
            <p:nvPr/>
          </p:nvSpPr>
          <p:spPr>
            <a:xfrm>
              <a:off x="455608" y="2801319"/>
              <a:ext cx="11277596" cy="360263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7946"/>
                <a:gd name="f5" fmla="val 7945"/>
                <a:gd name="f6" fmla="val 4"/>
                <a:gd name="f7" fmla="val 9773"/>
                <a:gd name="f8" fmla="val 91"/>
                <a:gd name="f9" fmla="val 9547"/>
                <a:gd name="f10" fmla="val 175"/>
                <a:gd name="f11" fmla="val 9320"/>
                <a:gd name="f12" fmla="val 256"/>
                <a:gd name="f13" fmla="val 9092"/>
                <a:gd name="f14" fmla="val 326"/>
                <a:gd name="f15" fmla="val 8865"/>
                <a:gd name="f16" fmla="val 396"/>
                <a:gd name="f17" fmla="val 8637"/>
                <a:gd name="f18" fmla="val 462"/>
                <a:gd name="f19" fmla="val 8412"/>
                <a:gd name="f20" fmla="val 518"/>
                <a:gd name="f21" fmla="val 8184"/>
                <a:gd name="f22" fmla="val 571"/>
                <a:gd name="f23" fmla="val 7957"/>
                <a:gd name="f24" fmla="val 620"/>
                <a:gd name="f25" fmla="val 7734"/>
                <a:gd name="f26" fmla="val 662"/>
                <a:gd name="f27" fmla="val 7508"/>
                <a:gd name="f28" fmla="val 704"/>
                <a:gd name="f29" fmla="val 7285"/>
                <a:gd name="f30" fmla="val 739"/>
                <a:gd name="f31" fmla="val 7062"/>
                <a:gd name="f32" fmla="val 767"/>
                <a:gd name="f33" fmla="val 6840"/>
                <a:gd name="f34" fmla="val 795"/>
                <a:gd name="f35" fmla="val 6620"/>
                <a:gd name="f36" fmla="val 819"/>
                <a:gd name="f37" fmla="val 6402"/>
                <a:gd name="f38" fmla="val 837"/>
                <a:gd name="f39" fmla="val 6184"/>
                <a:gd name="f40" fmla="val 851"/>
                <a:gd name="f41" fmla="val 5968"/>
                <a:gd name="f42" fmla="val 865"/>
                <a:gd name="f43" fmla="val 5755"/>
                <a:gd name="f44" fmla="val 872"/>
                <a:gd name="f45" fmla="val 5542"/>
                <a:gd name="f46" fmla="val 879"/>
                <a:gd name="f47" fmla="val 5332"/>
                <a:gd name="f48" fmla="val 882"/>
                <a:gd name="f49" fmla="val 5124"/>
                <a:gd name="f50" fmla="val 4918"/>
                <a:gd name="f51" fmla="val 4714"/>
                <a:gd name="f52" fmla="val 4514"/>
                <a:gd name="f53" fmla="val 861"/>
                <a:gd name="f54" fmla="val 4316"/>
                <a:gd name="f55" fmla="val 4122"/>
                <a:gd name="f56" fmla="val 840"/>
                <a:gd name="f57" fmla="val 3929"/>
                <a:gd name="f58" fmla="val 823"/>
                <a:gd name="f59" fmla="val 3739"/>
                <a:gd name="f60" fmla="val 805"/>
                <a:gd name="f61" fmla="val 3553"/>
                <a:gd name="f62" fmla="val 788"/>
                <a:gd name="f63" fmla="val 3190"/>
                <a:gd name="f64" fmla="val 742"/>
                <a:gd name="f65" fmla="val 2842"/>
                <a:gd name="f66" fmla="val 693"/>
                <a:gd name="f67" fmla="val 2508"/>
                <a:gd name="f68" fmla="val 641"/>
                <a:gd name="f69" fmla="val 2192"/>
                <a:gd name="f70" fmla="val 585"/>
                <a:gd name="f71" fmla="val 1890"/>
                <a:gd name="f72" fmla="val 525"/>
                <a:gd name="f73" fmla="val 1610"/>
                <a:gd name="f74" fmla="val 1347"/>
                <a:gd name="f75" fmla="val 399"/>
                <a:gd name="f76" fmla="val 1105"/>
                <a:gd name="f77" fmla="val 336"/>
                <a:gd name="f78" fmla="val 883"/>
                <a:gd name="f79" fmla="val 277"/>
                <a:gd name="f80" fmla="val 686"/>
                <a:gd name="f81" fmla="val 221"/>
                <a:gd name="f82" fmla="val 508"/>
                <a:gd name="f83" fmla="val 168"/>
                <a:gd name="f84" fmla="val 358"/>
                <a:gd name="f85" fmla="val 123"/>
                <a:gd name="f86" fmla="val 232"/>
                <a:gd name="f87" fmla="val 81"/>
                <a:gd name="f88" fmla="val 59"/>
                <a:gd name="f89" fmla="val 21"/>
                <a:gd name="f90" fmla="*/ f0 1 10000"/>
                <a:gd name="f91" fmla="*/ f1 1 7946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7946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7946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5393B01-2BC0-40EC-A9A3-4F5225D0FA80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52C71ADD-54CB-49DC-9ADA-1825118EC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8797" y="1063419"/>
            <a:ext cx="8831814" cy="1372989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BAC1035-AC97-41FF-BCE6-3E91E2D541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54951" y="3543299"/>
            <a:ext cx="8825660" cy="2476496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1FEE808-3EAD-4D6C-A80F-A02DDA7552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A5731B-B707-4C0D-9CF7-4BD88D1BC9F4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55AD0EBB-62AB-491F-8905-98E9B55A20B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D2F971D5-78C0-4E18-934D-CA98310F5B9F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AA7CEC0-977F-4E4B-9EFE-EEC4DB4D39F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C4CB03-6636-4C73-BD22-F6CA4F4FDC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98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3729AC-A9A5-4EC6-8DC1-70EF4F8E34D1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6">
              <a:extLst>
                <a:ext uri="{FF2B5EF4-FFF2-40B4-BE49-F238E27FC236}">
                  <a16:creationId xmlns:a16="http://schemas.microsoft.com/office/drawing/2014/main" id="{0C873F02-57EE-4794-B77D-806AD4FD8830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9">
              <a:extLst>
                <a:ext uri="{FF2B5EF4-FFF2-40B4-BE49-F238E27FC236}">
                  <a16:creationId xmlns:a16="http://schemas.microsoft.com/office/drawing/2014/main" id="{72B99FA4-A61E-48B8-B37F-6D81F7992367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5CFB26AC-68C1-45C6-855A-4B9BEA755F98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22">
              <a:extLst>
                <a:ext uri="{FF2B5EF4-FFF2-40B4-BE49-F238E27FC236}">
                  <a16:creationId xmlns:a16="http://schemas.microsoft.com/office/drawing/2014/main" id="{2A2C8425-65F7-4779-B6F5-9615E9E4E30F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23">
              <a:extLst>
                <a:ext uri="{FF2B5EF4-FFF2-40B4-BE49-F238E27FC236}">
                  <a16:creationId xmlns:a16="http://schemas.microsoft.com/office/drawing/2014/main" id="{0EB5ECBC-A680-4BCD-A649-65F03195F8B7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24">
              <a:extLst>
                <a:ext uri="{FF2B5EF4-FFF2-40B4-BE49-F238E27FC236}">
                  <a16:creationId xmlns:a16="http://schemas.microsoft.com/office/drawing/2014/main" id="{94B4B71B-1111-4728-9679-EABBC05C8DDE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0C02B37-68A9-4DD1-88D8-4F7A05A93B06}"/>
                </a:ext>
              </a:extLst>
            </p:cNvPr>
            <p:cNvSpPr/>
            <p:nvPr/>
          </p:nvSpPr>
          <p:spPr>
            <a:xfrm rot="21010064">
              <a:off x="8490945" y="4185118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1607920-1BD3-4C72-AB9E-4326F7620E41}"/>
                </a:ext>
              </a:extLst>
            </p:cNvPr>
            <p:cNvSpPr/>
            <p:nvPr/>
          </p:nvSpPr>
          <p:spPr>
            <a:xfrm>
              <a:off x="455608" y="4241801"/>
              <a:ext cx="11277596" cy="23371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000"/>
                <a:gd name="f5" fmla="val 7970"/>
                <a:gd name="f6" fmla="val 7"/>
                <a:gd name="f7" fmla="val 9773"/>
                <a:gd name="f8" fmla="val 156"/>
                <a:gd name="f9" fmla="val 9547"/>
                <a:gd name="f10" fmla="val 298"/>
                <a:gd name="f11" fmla="val 9320"/>
                <a:gd name="f12" fmla="val 437"/>
                <a:gd name="f13" fmla="val 9092"/>
                <a:gd name="f14" fmla="val 556"/>
                <a:gd name="f15" fmla="val 8865"/>
                <a:gd name="f16" fmla="val 676"/>
                <a:gd name="f17" fmla="val 8637"/>
                <a:gd name="f18" fmla="val 788"/>
                <a:gd name="f19" fmla="val 8412"/>
                <a:gd name="f20" fmla="val 884"/>
                <a:gd name="f21" fmla="val 8184"/>
                <a:gd name="f22" fmla="val 975"/>
                <a:gd name="f23" fmla="val 7957"/>
                <a:gd name="f24" fmla="val 1058"/>
                <a:gd name="f25" fmla="val 7734"/>
                <a:gd name="f26" fmla="val 1130"/>
                <a:gd name="f27" fmla="val 7508"/>
                <a:gd name="f28" fmla="val 1202"/>
                <a:gd name="f29" fmla="val 7285"/>
                <a:gd name="f30" fmla="val 1262"/>
                <a:gd name="f31" fmla="val 7062"/>
                <a:gd name="f32" fmla="val 1309"/>
                <a:gd name="f33" fmla="val 6840"/>
                <a:gd name="f34" fmla="val 1358"/>
                <a:gd name="f35" fmla="val 6620"/>
                <a:gd name="f36" fmla="val 1399"/>
                <a:gd name="f37" fmla="val 6402"/>
                <a:gd name="f38" fmla="val 1428"/>
                <a:gd name="f39" fmla="val 6184"/>
                <a:gd name="f40" fmla="val 1453"/>
                <a:gd name="f41" fmla="val 5968"/>
                <a:gd name="f42" fmla="val 1477"/>
                <a:gd name="f43" fmla="val 5755"/>
                <a:gd name="f44" fmla="val 1488"/>
                <a:gd name="f45" fmla="val 5542"/>
                <a:gd name="f46" fmla="val 1500"/>
                <a:gd name="f47" fmla="val 5332"/>
                <a:gd name="f48" fmla="val 1506"/>
                <a:gd name="f49" fmla="val 5124"/>
                <a:gd name="f50" fmla="val 4918"/>
                <a:gd name="f51" fmla="val 4714"/>
                <a:gd name="f52" fmla="val 4514"/>
                <a:gd name="f53" fmla="val 1470"/>
                <a:gd name="f54" fmla="val 4316"/>
                <a:gd name="f55" fmla="val 4122"/>
                <a:gd name="f56" fmla="val 1434"/>
                <a:gd name="f57" fmla="val 3929"/>
                <a:gd name="f58" fmla="val 1405"/>
                <a:gd name="f59" fmla="val 3739"/>
                <a:gd name="f60" fmla="val 1374"/>
                <a:gd name="f61" fmla="val 3553"/>
                <a:gd name="f62" fmla="val 1346"/>
                <a:gd name="f63" fmla="val 3190"/>
                <a:gd name="f64" fmla="val 1267"/>
                <a:gd name="f65" fmla="val 2842"/>
                <a:gd name="f66" fmla="val 1183"/>
                <a:gd name="f67" fmla="val 2508"/>
                <a:gd name="f68" fmla="val 1095"/>
                <a:gd name="f69" fmla="val 2192"/>
                <a:gd name="f70" fmla="val 998"/>
                <a:gd name="f71" fmla="val 1890"/>
                <a:gd name="f72" fmla="val 897"/>
                <a:gd name="f73" fmla="val 1610"/>
                <a:gd name="f74" fmla="val 1347"/>
                <a:gd name="f75" fmla="val 681"/>
                <a:gd name="f76" fmla="val 1105"/>
                <a:gd name="f77" fmla="val 574"/>
                <a:gd name="f78" fmla="val 883"/>
                <a:gd name="f79" fmla="val 473"/>
                <a:gd name="f80" fmla="val 686"/>
                <a:gd name="f81" fmla="val 377"/>
                <a:gd name="f82" fmla="val 508"/>
                <a:gd name="f83" fmla="val 286"/>
                <a:gd name="f84" fmla="val 358"/>
                <a:gd name="f85" fmla="val 210"/>
                <a:gd name="f86" fmla="val 232"/>
                <a:gd name="f87" fmla="val 138"/>
                <a:gd name="f88" fmla="val 59"/>
                <a:gd name="f89" fmla="val 35"/>
                <a:gd name="f90" fmla="*/ f0 1 10000"/>
                <a:gd name="f91" fmla="*/ f1 1 8000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8000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8000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ED814FE8-3770-4174-81C4-664605742E4A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9CAE7550-B8DD-43EC-9162-62841CB776D3}"/>
              </a:ext>
            </a:extLst>
          </p:cNvPr>
          <p:cNvSpPr txBox="1"/>
          <p:nvPr/>
        </p:nvSpPr>
        <p:spPr>
          <a:xfrm>
            <a:off x="881563" y="607335"/>
            <a:ext cx="801910" cy="1569659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0" b="0" i="0" u="none" strike="noStrike" kern="1200" cap="none" spc="0" baseline="0">
                <a:solidFill>
                  <a:srgbClr val="EF53A5"/>
                </a:solidFill>
                <a:uFillTx/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62745-2BD2-4642-8330-AB599F72F54C}"/>
              </a:ext>
            </a:extLst>
          </p:cNvPr>
          <p:cNvSpPr txBox="1"/>
          <p:nvPr/>
        </p:nvSpPr>
        <p:spPr>
          <a:xfrm>
            <a:off x="9884453" y="2613784"/>
            <a:ext cx="652762" cy="1569659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0" b="0" i="0" u="none" strike="noStrike" kern="1200" cap="none" spc="0" baseline="0">
                <a:solidFill>
                  <a:srgbClr val="EF53A5"/>
                </a:solidFill>
                <a:uFillTx/>
                <a:latin typeface="Arial"/>
                <a:cs typeface="Arial"/>
              </a:rPr>
              <a:t>”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5036CA-AFBC-4B33-8E0A-A10E2DA39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1875" y="982129"/>
            <a:ext cx="8453902" cy="2696629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0043F1F-FDE3-4B49-B7E7-51C2A6B21B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45943" y="3678768"/>
            <a:ext cx="7731215" cy="342177"/>
          </a:xfrm>
        </p:spPr>
        <p:txBody>
          <a:bodyPr/>
          <a:lstStyle>
            <a:lvl1pPr marL="0" indent="0">
              <a:buNone/>
              <a:defRPr sz="1400" cap="small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658E21C-CAB4-4739-B02D-56FC1ACD1F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54951" y="5029200"/>
            <a:ext cx="9244894" cy="997857"/>
          </a:xfrm>
        </p:spPr>
        <p:txBody>
          <a:bodyPr anchor="ctr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47689267-AF53-4129-85C2-E3CF6EE0C4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C3C237-8B81-4401-8865-9B81305A8CFA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8CEDE29-00B4-4839-ACD8-8EE58CDAE7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0566A1-6DF9-4A8A-B38F-1A5CAD568960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7B09BB8-2A8D-46C8-B316-910414C82B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3F9886-3744-407E-930F-91537B8A01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1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59D2071F-3914-4953-84FB-7EFD6B86ADC5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0">
              <a:extLst>
                <a:ext uri="{FF2B5EF4-FFF2-40B4-BE49-F238E27FC236}">
                  <a16:creationId xmlns:a16="http://schemas.microsoft.com/office/drawing/2014/main" id="{CBDA9D5E-E3F8-43CB-8DA7-44B77A11143F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4">
              <a:extLst>
                <a:ext uri="{FF2B5EF4-FFF2-40B4-BE49-F238E27FC236}">
                  <a16:creationId xmlns:a16="http://schemas.microsoft.com/office/drawing/2014/main" id="{FFD905E6-06C3-4C5E-8717-E4585CF42AB6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5">
              <a:extLst>
                <a:ext uri="{FF2B5EF4-FFF2-40B4-BE49-F238E27FC236}">
                  <a16:creationId xmlns:a16="http://schemas.microsoft.com/office/drawing/2014/main" id="{C790EE65-9845-4019-93F6-D3823047E372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6">
              <a:extLst>
                <a:ext uri="{FF2B5EF4-FFF2-40B4-BE49-F238E27FC236}">
                  <a16:creationId xmlns:a16="http://schemas.microsoft.com/office/drawing/2014/main" id="{481166A2-FD39-4AD2-8A80-DAC136CDE239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17">
              <a:extLst>
                <a:ext uri="{FF2B5EF4-FFF2-40B4-BE49-F238E27FC236}">
                  <a16:creationId xmlns:a16="http://schemas.microsoft.com/office/drawing/2014/main" id="{1946D440-1260-452F-B1BF-0A3BEF698B00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AE56652C-B112-4073-90D2-7B0EFFF6A7F3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BB3380A-0309-47CE-A367-D44808F0F81C}"/>
                </a:ext>
              </a:extLst>
            </p:cNvPr>
            <p:cNvSpPr/>
            <p:nvPr/>
          </p:nvSpPr>
          <p:spPr>
            <a:xfrm rot="21010064">
              <a:off x="8490945" y="4193585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C80FE5E-86A8-4C47-B195-E330B999DA4F}"/>
                </a:ext>
              </a:extLst>
            </p:cNvPr>
            <p:cNvSpPr/>
            <p:nvPr/>
          </p:nvSpPr>
          <p:spPr>
            <a:xfrm>
              <a:off x="455608" y="4241801"/>
              <a:ext cx="11277596" cy="23371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000"/>
                <a:gd name="f5" fmla="val 7970"/>
                <a:gd name="f6" fmla="val 7"/>
                <a:gd name="f7" fmla="val 9773"/>
                <a:gd name="f8" fmla="val 156"/>
                <a:gd name="f9" fmla="val 9547"/>
                <a:gd name="f10" fmla="val 298"/>
                <a:gd name="f11" fmla="val 9320"/>
                <a:gd name="f12" fmla="val 437"/>
                <a:gd name="f13" fmla="val 9092"/>
                <a:gd name="f14" fmla="val 556"/>
                <a:gd name="f15" fmla="val 8865"/>
                <a:gd name="f16" fmla="val 676"/>
                <a:gd name="f17" fmla="val 8637"/>
                <a:gd name="f18" fmla="val 788"/>
                <a:gd name="f19" fmla="val 8412"/>
                <a:gd name="f20" fmla="val 884"/>
                <a:gd name="f21" fmla="val 8184"/>
                <a:gd name="f22" fmla="val 975"/>
                <a:gd name="f23" fmla="val 7957"/>
                <a:gd name="f24" fmla="val 1058"/>
                <a:gd name="f25" fmla="val 7734"/>
                <a:gd name="f26" fmla="val 1130"/>
                <a:gd name="f27" fmla="val 7508"/>
                <a:gd name="f28" fmla="val 1202"/>
                <a:gd name="f29" fmla="val 7285"/>
                <a:gd name="f30" fmla="val 1262"/>
                <a:gd name="f31" fmla="val 7062"/>
                <a:gd name="f32" fmla="val 1309"/>
                <a:gd name="f33" fmla="val 6840"/>
                <a:gd name="f34" fmla="val 1358"/>
                <a:gd name="f35" fmla="val 6620"/>
                <a:gd name="f36" fmla="val 1399"/>
                <a:gd name="f37" fmla="val 6402"/>
                <a:gd name="f38" fmla="val 1428"/>
                <a:gd name="f39" fmla="val 6184"/>
                <a:gd name="f40" fmla="val 1453"/>
                <a:gd name="f41" fmla="val 5968"/>
                <a:gd name="f42" fmla="val 1477"/>
                <a:gd name="f43" fmla="val 5755"/>
                <a:gd name="f44" fmla="val 1488"/>
                <a:gd name="f45" fmla="val 5542"/>
                <a:gd name="f46" fmla="val 1500"/>
                <a:gd name="f47" fmla="val 5332"/>
                <a:gd name="f48" fmla="val 1506"/>
                <a:gd name="f49" fmla="val 5124"/>
                <a:gd name="f50" fmla="val 4918"/>
                <a:gd name="f51" fmla="val 4714"/>
                <a:gd name="f52" fmla="val 4514"/>
                <a:gd name="f53" fmla="val 1470"/>
                <a:gd name="f54" fmla="val 4316"/>
                <a:gd name="f55" fmla="val 4122"/>
                <a:gd name="f56" fmla="val 1434"/>
                <a:gd name="f57" fmla="val 3929"/>
                <a:gd name="f58" fmla="val 1405"/>
                <a:gd name="f59" fmla="val 3739"/>
                <a:gd name="f60" fmla="val 1374"/>
                <a:gd name="f61" fmla="val 3553"/>
                <a:gd name="f62" fmla="val 1346"/>
                <a:gd name="f63" fmla="val 3190"/>
                <a:gd name="f64" fmla="val 1267"/>
                <a:gd name="f65" fmla="val 2842"/>
                <a:gd name="f66" fmla="val 1183"/>
                <a:gd name="f67" fmla="val 2508"/>
                <a:gd name="f68" fmla="val 1095"/>
                <a:gd name="f69" fmla="val 2192"/>
                <a:gd name="f70" fmla="val 998"/>
                <a:gd name="f71" fmla="val 1890"/>
                <a:gd name="f72" fmla="val 897"/>
                <a:gd name="f73" fmla="val 1610"/>
                <a:gd name="f74" fmla="val 1347"/>
                <a:gd name="f75" fmla="val 681"/>
                <a:gd name="f76" fmla="val 1105"/>
                <a:gd name="f77" fmla="val 574"/>
                <a:gd name="f78" fmla="val 883"/>
                <a:gd name="f79" fmla="val 473"/>
                <a:gd name="f80" fmla="val 686"/>
                <a:gd name="f81" fmla="val 377"/>
                <a:gd name="f82" fmla="val 508"/>
                <a:gd name="f83" fmla="val 286"/>
                <a:gd name="f84" fmla="val 358"/>
                <a:gd name="f85" fmla="val 210"/>
                <a:gd name="f86" fmla="val 232"/>
                <a:gd name="f87" fmla="val 138"/>
                <a:gd name="f88" fmla="val 59"/>
                <a:gd name="f89" fmla="val 35"/>
                <a:gd name="f90" fmla="*/ f0 1 10000"/>
                <a:gd name="f91" fmla="*/ f1 1 8000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8000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8000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9027A5-3F58-4328-9BA1-5439F5F90FC6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586403A0-421B-4E2E-86EE-2184EE027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2370664"/>
            <a:ext cx="8825660" cy="1822518"/>
          </a:xfrm>
        </p:spPr>
        <p:txBody>
          <a:bodyPr anchor="b"/>
          <a:lstStyle>
            <a:lvl1pPr>
              <a:defRPr sz="4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CDABD94-35FE-463B-B093-D2467060A5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54951" y="5024966"/>
            <a:ext cx="8825660" cy="860395"/>
          </a:xfrm>
        </p:spPr>
        <p:txBody>
          <a:bodyPr/>
          <a:lstStyle>
            <a:lvl1pPr marL="0" indent="0">
              <a:buNone/>
              <a:defRPr sz="20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A42DB9A-7B2B-4E26-8DC2-BB05DB2383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EF4D58-A648-4E13-8318-4506C1A24300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8988381-5D6E-42EC-A2B9-F3A86E6F62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D2ACFB65-05E8-4AA2-8427-ABD36D8C310B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2DA70DB-8C49-4994-A5D2-0D4F21E61A7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BA4805-E28C-4221-A0C4-270B3539DE2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0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24EC4BD-D546-4A4A-B563-707A9C75F8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54951" y="3179761"/>
            <a:ext cx="3141878" cy="2847295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D28C89B-BB2E-4FFC-924A-69BDC2ED58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12719" y="2603497"/>
            <a:ext cx="3147008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C1E0F-EEA0-4392-92A6-09BC28DC595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12719" y="3179761"/>
            <a:ext cx="3147008" cy="2847295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28867-F74F-459C-822B-86E5F6DE8B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88135" y="2603497"/>
            <a:ext cx="3145728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CA59B4-EAD9-4AD4-AC61-404F58FE89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88327" y="3179761"/>
            <a:ext cx="3145536" cy="2847295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16">
            <a:extLst>
              <a:ext uri="{FF2B5EF4-FFF2-40B4-BE49-F238E27FC236}">
                <a16:creationId xmlns:a16="http://schemas.microsoft.com/office/drawing/2014/main" id="{2A7DF8C6-566F-48BC-A104-B1C4E81B01F8}"/>
              </a:ext>
            </a:extLst>
          </p:cNvPr>
          <p:cNvCxnSpPr/>
          <p:nvPr/>
        </p:nvCxnSpPr>
        <p:spPr>
          <a:xfrm>
            <a:off x="4403969" y="2569628"/>
            <a:ext cx="0" cy="3492505"/>
          </a:xfrm>
          <a:prstGeom prst="straightConnector1">
            <a:avLst/>
          </a:prstGeom>
          <a:noFill/>
          <a:ln w="12701" cap="rnd">
            <a:solidFill>
              <a:srgbClr val="B31166">
                <a:alpha val="40000"/>
              </a:srgbClr>
            </a:solidFill>
            <a:prstDash val="solid"/>
          </a:ln>
        </p:spPr>
      </p:cxn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74BBB0C8-C61D-492A-9069-06B281CE6644}"/>
              </a:ext>
            </a:extLst>
          </p:cNvPr>
          <p:cNvCxnSpPr/>
          <p:nvPr/>
        </p:nvCxnSpPr>
        <p:spPr>
          <a:xfrm>
            <a:off x="7772400" y="2569628"/>
            <a:ext cx="0" cy="3492505"/>
          </a:xfrm>
          <a:prstGeom prst="straightConnector1">
            <a:avLst/>
          </a:prstGeom>
          <a:noFill/>
          <a:ln w="12701" cap="rnd">
            <a:solidFill>
              <a:srgbClr val="B31166">
                <a:alpha val="40000"/>
              </a:srgbClr>
            </a:solidFill>
            <a:prstDash val="solid"/>
          </a:ln>
        </p:spPr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0E75A70E-B40A-4959-BD30-825ED22E205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75D261-6B23-45E5-9C69-E7D280FEE527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B1370BED-B922-4B93-AACB-AFE96C755B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283A3329-8D88-4114-8279-3CD27376298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AD00FFC-A242-45C0-B35E-471BB328BC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09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A879364-01B2-4758-A4DA-A8C8622EC5B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334548" y="2603497"/>
            <a:ext cx="2691243" cy="1591513"/>
          </a:xfrm>
          <a:effectLst>
            <a:outerShdw dist="50804" dir="5400000" algn="tl">
              <a:srgbClr val="000000">
                <a:alpha val="43000"/>
              </a:srgbClr>
            </a:outerShdw>
          </a:effectLst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BFDCBD7-E943-4A83-8957-F3DC775866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54951" y="5109109"/>
            <a:ext cx="3050438" cy="917947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30B8CD1-105F-4A7F-B798-40C9B967E9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68863" y="4532845"/>
            <a:ext cx="3050438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9407613-91CF-4323-8FB9-A2BA19D8A52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748460" y="2603497"/>
            <a:ext cx="2691243" cy="1591513"/>
          </a:xfrm>
          <a:effectLst>
            <a:outerShdw dist="50804" dir="5400000" algn="tl">
              <a:srgbClr val="000000">
                <a:alpha val="43000"/>
              </a:srgbClr>
            </a:outerShdw>
          </a:effectLst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056466B-4843-47B2-BEB0-488802A28F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0171" y="5109109"/>
            <a:ext cx="3050438" cy="917947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4C8B45-7F99-45D4-8B8E-3644EA777A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982776" y="4532845"/>
            <a:ext cx="3051096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EF53A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CBEB2EE-2B43-49A6-81B2-7EEFE994BD6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163031" y="2603497"/>
            <a:ext cx="2691243" cy="1591513"/>
          </a:xfrm>
          <a:effectLst>
            <a:outerShdw dist="50804" dir="5400000" algn="tl">
              <a:srgbClr val="000000">
                <a:alpha val="43000"/>
              </a:srgbClr>
            </a:outerShdw>
          </a:effectLst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284D8E5-FC95-494F-ACEA-52BF7D41A0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982776" y="5109100"/>
            <a:ext cx="3051096" cy="917947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42">
            <a:extLst>
              <a:ext uri="{FF2B5EF4-FFF2-40B4-BE49-F238E27FC236}">
                <a16:creationId xmlns:a16="http://schemas.microsoft.com/office/drawing/2014/main" id="{ACA374B8-1EC8-49BA-B446-6C38C2892620}"/>
              </a:ext>
            </a:extLst>
          </p:cNvPr>
          <p:cNvCxnSpPr/>
          <p:nvPr/>
        </p:nvCxnSpPr>
        <p:spPr>
          <a:xfrm>
            <a:off x="4405835" y="2569628"/>
            <a:ext cx="0" cy="3492505"/>
          </a:xfrm>
          <a:prstGeom prst="straightConnector1">
            <a:avLst/>
          </a:prstGeom>
          <a:noFill/>
          <a:ln w="12701" cap="rnd">
            <a:solidFill>
              <a:srgbClr val="B31166">
                <a:alpha val="40000"/>
              </a:srgbClr>
            </a:solidFill>
            <a:prstDash val="solid"/>
          </a:ln>
        </p:spPr>
      </p:cxnSp>
      <p:cxnSp>
        <p:nvCxnSpPr>
          <p:cNvPr id="11" name="Straight Connector 43">
            <a:extLst>
              <a:ext uri="{FF2B5EF4-FFF2-40B4-BE49-F238E27FC236}">
                <a16:creationId xmlns:a16="http://schemas.microsoft.com/office/drawing/2014/main" id="{09B333F9-89C0-4A98-BEC1-F38D8CD13B97}"/>
              </a:ext>
            </a:extLst>
          </p:cNvPr>
          <p:cNvCxnSpPr/>
          <p:nvPr/>
        </p:nvCxnSpPr>
        <p:spPr>
          <a:xfrm>
            <a:off x="7797802" y="2569628"/>
            <a:ext cx="0" cy="3492505"/>
          </a:xfrm>
          <a:prstGeom prst="straightConnector1">
            <a:avLst/>
          </a:prstGeom>
          <a:noFill/>
          <a:ln w="12701" cap="rnd">
            <a:solidFill>
              <a:srgbClr val="B31166">
                <a:alpha val="40000"/>
              </a:srgbClr>
            </a:solidFill>
            <a:prstDash val="solid"/>
          </a:ln>
        </p:spPr>
      </p:cxn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3B5FF4D4-5927-41A7-AFA0-B4F1AFAB52E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660EB1-D28F-4B91-BB81-81DDC98BD4E7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E93EDFFE-A777-4AA8-A5B7-1E67186722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61112" y="6391838"/>
            <a:ext cx="3644286" cy="30479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02FCBA27-B73C-45B0-BCDD-EE82E2EA41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E80C54-BD9F-48D2-BB0B-C193A1C349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03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98FD355-F1D0-4E60-A3A8-FD377CFE20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10695435" y="6391838"/>
            <a:ext cx="990596" cy="304796"/>
          </a:xfrm>
        </p:spPr>
        <p:txBody>
          <a:bodyPr/>
          <a:lstStyle>
            <a:lvl1pPr>
              <a:defRPr/>
            </a:lvl1pPr>
          </a:lstStyle>
          <a:p>
            <a:pPr lvl="0"/>
            <a:fld id="{74921B2F-DEBC-44EF-BA49-1228BC3A8FCD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1B93B97-CE86-49A8-BD1A-6F0B01E7F8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570CA3-736C-4E02-ABFF-8B28723FBCB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4CCA94-2A1D-4BB8-863E-E890426C8B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32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85CAF5E1-4BD2-4098-BD76-92EB30F126F9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1">
              <a:extLst>
                <a:ext uri="{FF2B5EF4-FFF2-40B4-BE49-F238E27FC236}">
                  <a16:creationId xmlns:a16="http://schemas.microsoft.com/office/drawing/2014/main" id="{92BB5380-A4C8-43A0-8B68-FE61913A4E9E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4">
              <a:extLst>
                <a:ext uri="{FF2B5EF4-FFF2-40B4-BE49-F238E27FC236}">
                  <a16:creationId xmlns:a16="http://schemas.microsoft.com/office/drawing/2014/main" id="{77DA40B1-E1FD-4C28-A43C-33F3324401ED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5">
              <a:extLst>
                <a:ext uri="{FF2B5EF4-FFF2-40B4-BE49-F238E27FC236}">
                  <a16:creationId xmlns:a16="http://schemas.microsoft.com/office/drawing/2014/main" id="{B8CB1FD0-3A1B-41DC-BF59-57232CBC68A4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7">
              <a:extLst>
                <a:ext uri="{FF2B5EF4-FFF2-40B4-BE49-F238E27FC236}">
                  <a16:creationId xmlns:a16="http://schemas.microsoft.com/office/drawing/2014/main" id="{27432CD5-3086-433B-81C6-3E8881A68008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18">
              <a:extLst>
                <a:ext uri="{FF2B5EF4-FFF2-40B4-BE49-F238E27FC236}">
                  <a16:creationId xmlns:a16="http://schemas.microsoft.com/office/drawing/2014/main" id="{99F91ACF-E15A-44E0-B55E-C4010BA068CC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19">
              <a:extLst>
                <a:ext uri="{FF2B5EF4-FFF2-40B4-BE49-F238E27FC236}">
                  <a16:creationId xmlns:a16="http://schemas.microsoft.com/office/drawing/2014/main" id="{08CE71AD-0EA6-4C8E-9345-CC9DD7CA1A15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61B1C3AF-CBCC-42F0-B72D-EE46F7156680}"/>
                </a:ext>
              </a:extLst>
            </p:cNvPr>
            <p:cNvSpPr/>
            <p:nvPr/>
          </p:nvSpPr>
          <p:spPr>
            <a:xfrm>
              <a:off x="414863" y="402162"/>
              <a:ext cx="6510866" cy="6053666"/>
            </a:xfrm>
            <a:prstGeom prst="rect">
              <a:avLst/>
            </a:pr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CE6181C-A1A9-42E4-A211-86D4926EC8AB}"/>
                </a:ext>
              </a:extLst>
            </p:cNvPr>
            <p:cNvSpPr/>
            <p:nvPr/>
          </p:nvSpPr>
          <p:spPr>
            <a:xfrm rot="5101754">
              <a:off x="6294738" y="4577734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DFF14B2-04B8-4459-9436-6B46AB3D3140}"/>
                </a:ext>
              </a:extLst>
            </p:cNvPr>
            <p:cNvSpPr/>
            <p:nvPr/>
          </p:nvSpPr>
          <p:spPr>
            <a:xfrm rot="5400013">
              <a:off x="4449237" y="2801718"/>
              <a:ext cx="6053666" cy="12545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000"/>
                <a:gd name="f5" fmla="val 7970"/>
                <a:gd name="f6" fmla="val 7"/>
                <a:gd name="f7" fmla="val 9773"/>
                <a:gd name="f8" fmla="val 156"/>
                <a:gd name="f9" fmla="val 9547"/>
                <a:gd name="f10" fmla="val 298"/>
                <a:gd name="f11" fmla="val 9320"/>
                <a:gd name="f12" fmla="val 437"/>
                <a:gd name="f13" fmla="val 9092"/>
                <a:gd name="f14" fmla="val 556"/>
                <a:gd name="f15" fmla="val 8865"/>
                <a:gd name="f16" fmla="val 676"/>
                <a:gd name="f17" fmla="val 8637"/>
                <a:gd name="f18" fmla="val 788"/>
                <a:gd name="f19" fmla="val 8412"/>
                <a:gd name="f20" fmla="val 884"/>
                <a:gd name="f21" fmla="val 8184"/>
                <a:gd name="f22" fmla="val 975"/>
                <a:gd name="f23" fmla="val 7957"/>
                <a:gd name="f24" fmla="val 1058"/>
                <a:gd name="f25" fmla="val 7734"/>
                <a:gd name="f26" fmla="val 1130"/>
                <a:gd name="f27" fmla="val 7508"/>
                <a:gd name="f28" fmla="val 1202"/>
                <a:gd name="f29" fmla="val 7285"/>
                <a:gd name="f30" fmla="val 1262"/>
                <a:gd name="f31" fmla="val 7062"/>
                <a:gd name="f32" fmla="val 1309"/>
                <a:gd name="f33" fmla="val 6840"/>
                <a:gd name="f34" fmla="val 1358"/>
                <a:gd name="f35" fmla="val 6620"/>
                <a:gd name="f36" fmla="val 1399"/>
                <a:gd name="f37" fmla="val 6402"/>
                <a:gd name="f38" fmla="val 1428"/>
                <a:gd name="f39" fmla="val 6184"/>
                <a:gd name="f40" fmla="val 1453"/>
                <a:gd name="f41" fmla="val 5968"/>
                <a:gd name="f42" fmla="val 1477"/>
                <a:gd name="f43" fmla="val 5755"/>
                <a:gd name="f44" fmla="val 1488"/>
                <a:gd name="f45" fmla="val 5542"/>
                <a:gd name="f46" fmla="val 1500"/>
                <a:gd name="f47" fmla="val 5332"/>
                <a:gd name="f48" fmla="val 1506"/>
                <a:gd name="f49" fmla="val 5124"/>
                <a:gd name="f50" fmla="val 4918"/>
                <a:gd name="f51" fmla="val 4714"/>
                <a:gd name="f52" fmla="val 4514"/>
                <a:gd name="f53" fmla="val 1470"/>
                <a:gd name="f54" fmla="val 4316"/>
                <a:gd name="f55" fmla="val 4122"/>
                <a:gd name="f56" fmla="val 1434"/>
                <a:gd name="f57" fmla="val 3929"/>
                <a:gd name="f58" fmla="val 1405"/>
                <a:gd name="f59" fmla="val 3739"/>
                <a:gd name="f60" fmla="val 1374"/>
                <a:gd name="f61" fmla="val 3553"/>
                <a:gd name="f62" fmla="val 1346"/>
                <a:gd name="f63" fmla="val 3190"/>
                <a:gd name="f64" fmla="val 1267"/>
                <a:gd name="f65" fmla="val 2842"/>
                <a:gd name="f66" fmla="val 1183"/>
                <a:gd name="f67" fmla="val 2508"/>
                <a:gd name="f68" fmla="val 1095"/>
                <a:gd name="f69" fmla="val 2192"/>
                <a:gd name="f70" fmla="val 998"/>
                <a:gd name="f71" fmla="val 1890"/>
                <a:gd name="f72" fmla="val 897"/>
                <a:gd name="f73" fmla="val 1610"/>
                <a:gd name="f74" fmla="val 1347"/>
                <a:gd name="f75" fmla="val 681"/>
                <a:gd name="f76" fmla="val 1105"/>
                <a:gd name="f77" fmla="val 574"/>
                <a:gd name="f78" fmla="val 883"/>
                <a:gd name="f79" fmla="val 473"/>
                <a:gd name="f80" fmla="val 686"/>
                <a:gd name="f81" fmla="val 377"/>
                <a:gd name="f82" fmla="val 508"/>
                <a:gd name="f83" fmla="val 286"/>
                <a:gd name="f84" fmla="val 358"/>
                <a:gd name="f85" fmla="val 210"/>
                <a:gd name="f86" fmla="val 232"/>
                <a:gd name="f87" fmla="val 138"/>
                <a:gd name="f88" fmla="val 59"/>
                <a:gd name="f89" fmla="val 35"/>
                <a:gd name="f90" fmla="*/ f0 1 10000"/>
                <a:gd name="f91" fmla="*/ f1 1 8000"/>
                <a:gd name="f92" fmla="val f2"/>
                <a:gd name="f93" fmla="val f3"/>
                <a:gd name="f94" fmla="val f4"/>
                <a:gd name="f95" fmla="+- f94 0 f92"/>
                <a:gd name="f96" fmla="+- f93 0 f92"/>
                <a:gd name="f97" fmla="*/ f96 1 10000"/>
                <a:gd name="f98" fmla="*/ f95 1 8000"/>
                <a:gd name="f99" fmla="*/ f92 1 f97"/>
                <a:gd name="f100" fmla="*/ f93 1 f97"/>
                <a:gd name="f101" fmla="*/ f92 1 f98"/>
                <a:gd name="f102" fmla="*/ f94 1 f98"/>
                <a:gd name="f103" fmla="*/ f99 f90 1"/>
                <a:gd name="f104" fmla="*/ f100 f90 1"/>
                <a:gd name="f105" fmla="*/ f102 f91 1"/>
                <a:gd name="f106" fmla="*/ f101 f9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3" t="f106" r="f104" b="f105"/>
              <a:pathLst>
                <a:path w="10000" h="8000">
                  <a:moveTo>
                    <a:pt x="f2" y="f2"/>
                  </a:moveTo>
                  <a:lnTo>
                    <a:pt x="f2" y="f5"/>
                  </a:lnTo>
                  <a:lnTo>
                    <a:pt x="f3" y="f4"/>
                  </a:lnTo>
                  <a:lnTo>
                    <a:pt x="f3" y="f6"/>
                  </a:lnTo>
                  <a:lnTo>
                    <a:pt x="f3" y="f6"/>
                  </a:lnTo>
                  <a:lnTo>
                    <a:pt x="f7" y="f8"/>
                  </a:ln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lnTo>
                    <a:pt x="f23" y="f24"/>
                  </a:ln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38"/>
                  </a:lnTo>
                  <a:lnTo>
                    <a:pt x="f39" y="f40"/>
                  </a:lnTo>
                  <a:lnTo>
                    <a:pt x="f41" y="f42"/>
                  </a:lnTo>
                  <a:lnTo>
                    <a:pt x="f43" y="f44"/>
                  </a:lnTo>
                  <a:lnTo>
                    <a:pt x="f45" y="f46"/>
                  </a:lnTo>
                  <a:lnTo>
                    <a:pt x="f47" y="f48"/>
                  </a:lnTo>
                  <a:lnTo>
                    <a:pt x="f49" y="f46"/>
                  </a:lnTo>
                  <a:lnTo>
                    <a:pt x="f50" y="f46"/>
                  </a:lnTo>
                  <a:lnTo>
                    <a:pt x="f51" y="f44"/>
                  </a:lnTo>
                  <a:lnTo>
                    <a:pt x="f52" y="f53"/>
                  </a:lnTo>
                  <a:lnTo>
                    <a:pt x="f54" y="f40"/>
                  </a:lnTo>
                  <a:lnTo>
                    <a:pt x="f55" y="f56"/>
                  </a:lnTo>
                  <a:lnTo>
                    <a:pt x="f57" y="f58"/>
                  </a:lnTo>
                  <a:lnTo>
                    <a:pt x="f59" y="f60"/>
                  </a:lnTo>
                  <a:lnTo>
                    <a:pt x="f61" y="f62"/>
                  </a:lnTo>
                  <a:lnTo>
                    <a:pt x="f63" y="f64"/>
                  </a:lnTo>
                  <a:lnTo>
                    <a:pt x="f65" y="f66"/>
                  </a:lnTo>
                  <a:lnTo>
                    <a:pt x="f67" y="f68"/>
                  </a:lnTo>
                  <a:lnTo>
                    <a:pt x="f69" y="f70"/>
                  </a:lnTo>
                  <a:lnTo>
                    <a:pt x="f71" y="f72"/>
                  </a:lnTo>
                  <a:lnTo>
                    <a:pt x="f73" y="f18"/>
                  </a:lnTo>
                  <a:lnTo>
                    <a:pt x="f74" y="f75"/>
                  </a:lnTo>
                  <a:lnTo>
                    <a:pt x="f76" y="f77"/>
                  </a:lnTo>
                  <a:lnTo>
                    <a:pt x="f78" y="f79"/>
                  </a:lnTo>
                  <a:lnTo>
                    <a:pt x="f80" y="f81"/>
                  </a:lnTo>
                  <a:lnTo>
                    <a:pt x="f82" y="f83"/>
                  </a:lnTo>
                  <a:lnTo>
                    <a:pt x="f84" y="f85"/>
                  </a:lnTo>
                  <a:lnTo>
                    <a:pt x="f86" y="f87"/>
                  </a:lnTo>
                  <a:lnTo>
                    <a:pt x="f88" y="f89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D6FFEAFF-195E-4E04-9B5B-337B7B05ADDB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3" name="Vertical Title 1">
            <a:extLst>
              <a:ext uri="{FF2B5EF4-FFF2-40B4-BE49-F238E27FC236}">
                <a16:creationId xmlns:a16="http://schemas.microsoft.com/office/drawing/2014/main" id="{497300E3-5BA4-4996-AFC5-04CF3B4744DD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585237" y="1278468"/>
            <a:ext cx="1409968" cy="4748588"/>
          </a:xfrm>
        </p:spPr>
        <p:txBody>
          <a:bodyPr vert="eaVert" anchor="b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Vertical Text Placeholder 2">
            <a:extLst>
              <a:ext uri="{FF2B5EF4-FFF2-40B4-BE49-F238E27FC236}">
                <a16:creationId xmlns:a16="http://schemas.microsoft.com/office/drawing/2014/main" id="{EF321C42-9615-42F2-B994-EBD1E8FBE12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1154951" y="1278468"/>
            <a:ext cx="6256023" cy="474858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C36158D-E4C1-43B3-8B1B-959691D4916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10653107" y="6391838"/>
            <a:ext cx="992133" cy="304796"/>
          </a:xfrm>
        </p:spPr>
        <p:txBody>
          <a:bodyPr/>
          <a:lstStyle>
            <a:lvl1pPr>
              <a:defRPr/>
            </a:lvl1pPr>
          </a:lstStyle>
          <a:p>
            <a:pPr lvl="0"/>
            <a:fld id="{6E0B1902-5B06-4788-BE14-13DA2BD6547B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3995246-89C8-4D06-93B0-17BCC08257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C9C0D93-1B19-40F0-B62B-D606BD321A8F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6C84790-1BA5-4FD6-A293-23520BA375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422B03-3FA1-4D5D-BB7F-AFA8121518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4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46F0B6C9-1E7C-43B3-8102-B28D5776124A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2DB2E97C-5E03-4FB9-A707-C85B9F4B52FC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19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Oval 12">
              <a:extLst>
                <a:ext uri="{FF2B5EF4-FFF2-40B4-BE49-F238E27FC236}">
                  <a16:creationId xmlns:a16="http://schemas.microsoft.com/office/drawing/2014/main" id="{26FFDFA1-F64E-4514-9325-F7EB8AC7ADDD}"/>
                </a:ext>
              </a:extLst>
            </p:cNvPr>
            <p:cNvSpPr/>
            <p:nvPr/>
          </p:nvSpPr>
          <p:spPr>
            <a:xfrm>
              <a:off x="0" y="2667003"/>
              <a:ext cx="4190996" cy="41909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1000"/>
                  </a:srgbClr>
                </a:gs>
                <a:gs pos="100000">
                  <a:srgbClr val="9B6BF2">
                    <a:alpha val="10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0830125B-D136-4F13-B351-94BFEB8467D9}"/>
                </a:ext>
              </a:extLst>
            </p:cNvPr>
            <p:cNvSpPr/>
            <p:nvPr/>
          </p:nvSpPr>
          <p:spPr>
            <a:xfrm>
              <a:off x="0" y="2895603"/>
              <a:ext cx="2362196" cy="2362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8000"/>
                  </a:srgbClr>
                </a:gs>
                <a:gs pos="100000">
                  <a:srgbClr val="9B6BF2">
                    <a:alpha val="8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Oval 17">
              <a:extLst>
                <a:ext uri="{FF2B5EF4-FFF2-40B4-BE49-F238E27FC236}">
                  <a16:creationId xmlns:a16="http://schemas.microsoft.com/office/drawing/2014/main" id="{DF81FDAA-EB53-4588-A9AC-820DA76F19C9}"/>
                </a:ext>
              </a:extLst>
            </p:cNvPr>
            <p:cNvSpPr/>
            <p:nvPr/>
          </p:nvSpPr>
          <p:spPr>
            <a:xfrm>
              <a:off x="8609011" y="5867403"/>
              <a:ext cx="990596" cy="9905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E80CB488-8770-4EC4-936C-DE51BF043BE6}"/>
                </a:ext>
              </a:extLst>
            </p:cNvPr>
            <p:cNvSpPr/>
            <p:nvPr/>
          </p:nvSpPr>
          <p:spPr>
            <a:xfrm>
              <a:off x="8609011" y="1676396"/>
              <a:ext cx="2819396" cy="28193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7000"/>
                  </a:srgbClr>
                </a:gs>
                <a:gs pos="100000">
                  <a:srgbClr val="9B6BF2">
                    <a:alpha val="6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C1B3B9DB-227A-4DFB-B696-4372E125059E}"/>
                </a:ext>
              </a:extLst>
            </p:cNvPr>
            <p:cNvSpPr/>
            <p:nvPr/>
          </p:nvSpPr>
          <p:spPr>
            <a:xfrm>
              <a:off x="7999408" y="8467"/>
              <a:ext cx="1600200" cy="16002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9B6BF2">
                    <a:alpha val="14000"/>
                  </a:srgbClr>
                </a:gs>
                <a:gs pos="100000">
                  <a:srgbClr val="9B6BF2">
                    <a:alpha val="7000"/>
                  </a:srgbClr>
                </a:gs>
              </a:gsLst>
              <a:path path="circle">
                <a:fillToRect l="50000" t="50000" r="50000" b="50000"/>
              </a:path>
            </a:gra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286B0557-6083-49C5-8528-40059D8EA310}"/>
                </a:ext>
              </a:extLst>
            </p:cNvPr>
            <p:cNvSpPr/>
            <p:nvPr/>
          </p:nvSpPr>
          <p:spPr>
            <a:xfrm rot="21010064">
              <a:off x="8490945" y="1797519"/>
              <a:ext cx="3299411" cy="4409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5291"/>
                <a:gd name="f5" fmla="val 85"/>
                <a:gd name="f6" fmla="val 2532"/>
                <a:gd name="f7" fmla="val 1736"/>
                <a:gd name="f8" fmla="val 3911"/>
                <a:gd name="f9" fmla="val 7524"/>
                <a:gd name="f10" fmla="val 5298"/>
                <a:gd name="f11" fmla="val 9958"/>
                <a:gd name="f12" fmla="val 9989"/>
                <a:gd name="f13" fmla="val 1958"/>
                <a:gd name="f14" fmla="val 9969"/>
                <a:gd name="f15" fmla="val 3333"/>
                <a:gd name="f16" fmla="val 9667"/>
                <a:gd name="f17" fmla="val 204"/>
                <a:gd name="f18" fmla="val 9334"/>
                <a:gd name="f19" fmla="val 400"/>
                <a:gd name="f20" fmla="val 9001"/>
                <a:gd name="f21" fmla="val 590"/>
                <a:gd name="f22" fmla="val 8667"/>
                <a:gd name="f23" fmla="val 753"/>
                <a:gd name="f24" fmla="val 8333"/>
                <a:gd name="f25" fmla="val 917"/>
                <a:gd name="f26" fmla="val 7999"/>
                <a:gd name="f27" fmla="val 1071"/>
                <a:gd name="f28" fmla="val 7669"/>
                <a:gd name="f29" fmla="val 1202"/>
                <a:gd name="f30" fmla="val 7333"/>
                <a:gd name="f31" fmla="val 1325"/>
                <a:gd name="f32" fmla="val 7000"/>
                <a:gd name="f33" fmla="val 1440"/>
                <a:gd name="f34" fmla="val 6673"/>
                <a:gd name="f35" fmla="val 1538"/>
                <a:gd name="f36" fmla="val 6340"/>
                <a:gd name="f37" fmla="val 1636"/>
                <a:gd name="f38" fmla="val 6013"/>
                <a:gd name="f39" fmla="val 1719"/>
                <a:gd name="f40" fmla="val 5686"/>
                <a:gd name="f41" fmla="val 1784"/>
                <a:gd name="f42" fmla="val 5359"/>
                <a:gd name="f43" fmla="val 1850"/>
                <a:gd name="f44" fmla="val 5036"/>
                <a:gd name="f45" fmla="val 1906"/>
                <a:gd name="f46" fmla="val 4717"/>
                <a:gd name="f47" fmla="val 1948"/>
                <a:gd name="f48" fmla="val 4396"/>
                <a:gd name="f49" fmla="val 1980"/>
                <a:gd name="f50" fmla="val 4079"/>
                <a:gd name="f51" fmla="val 2013"/>
                <a:gd name="f52" fmla="val 3766"/>
                <a:gd name="f53" fmla="val 2029"/>
                <a:gd name="f54" fmla="val 3454"/>
                <a:gd name="f55" fmla="val 2046"/>
                <a:gd name="f56" fmla="val 3145"/>
                <a:gd name="f57" fmla="val 2053"/>
                <a:gd name="f58" fmla="val 2839"/>
                <a:gd name="f59" fmla="val 2537"/>
                <a:gd name="f60" fmla="val 2238"/>
                <a:gd name="f61" fmla="val 1943"/>
                <a:gd name="f62" fmla="val 2004"/>
                <a:gd name="f63" fmla="val 1653"/>
                <a:gd name="f64" fmla="val 1368"/>
                <a:gd name="f65" fmla="val 1955"/>
                <a:gd name="f66" fmla="val 1085"/>
                <a:gd name="f67" fmla="val 1915"/>
                <a:gd name="f68" fmla="val 806"/>
                <a:gd name="f69" fmla="val 1873"/>
                <a:gd name="f70" fmla="val 533"/>
                <a:gd name="f71" fmla="val 1833"/>
                <a:gd name="f72" fmla="val 1726"/>
                <a:gd name="f73" fmla="val 28"/>
                <a:gd name="f74" fmla="val 1995"/>
                <a:gd name="f75" fmla="val 57"/>
                <a:gd name="f76" fmla="val 2263"/>
                <a:gd name="f77" fmla="*/ f0 1 10000"/>
                <a:gd name="f78" fmla="*/ f1 1 5291"/>
                <a:gd name="f79" fmla="val f2"/>
                <a:gd name="f80" fmla="val f3"/>
                <a:gd name="f81" fmla="val f4"/>
                <a:gd name="f82" fmla="+- f81 0 f79"/>
                <a:gd name="f83" fmla="+- f80 0 f79"/>
                <a:gd name="f84" fmla="*/ f83 1 10000"/>
                <a:gd name="f85" fmla="*/ f82 1 5291"/>
                <a:gd name="f86" fmla="*/ f79 1 f84"/>
                <a:gd name="f87" fmla="*/ f80 1 f84"/>
                <a:gd name="f88" fmla="*/ f79 1 f85"/>
                <a:gd name="f89" fmla="*/ f81 1 f85"/>
                <a:gd name="f90" fmla="*/ f86 f77 1"/>
                <a:gd name="f91" fmla="*/ f87 f77 1"/>
                <a:gd name="f92" fmla="*/ f89 f78 1"/>
                <a:gd name="f93" fmla="*/ f88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0" t="f93" r="f91" b="f92"/>
              <a:pathLst>
                <a:path w="10000" h="5291">
                  <a:moveTo>
                    <a:pt x="f5" y="f6"/>
                  </a:moveTo>
                  <a:cubicBezTo>
                    <a:pt x="f7" y="f8"/>
                    <a:pt x="f9" y="f10"/>
                    <a:pt x="f11" y="f4"/>
                  </a:cubicBezTo>
                  <a:cubicBezTo>
                    <a:pt x="f12" y="f13"/>
                    <a:pt x="f14" y="f15"/>
                    <a:pt x="f3" y="f2"/>
                  </a:cubicBezTo>
                  <a:lnTo>
                    <a:pt x="f3" y="f2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9"/>
                  </a:ln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5"/>
                  </a:lnTo>
                  <a:lnTo>
                    <a:pt x="f59" y="f55"/>
                  </a:lnTo>
                  <a:lnTo>
                    <a:pt x="f60" y="f53"/>
                  </a:lnTo>
                  <a:lnTo>
                    <a:pt x="f61" y="f62"/>
                  </a:lnTo>
                  <a:lnTo>
                    <a:pt x="f63" y="f49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2" y="f72"/>
                  </a:lnTo>
                  <a:cubicBezTo>
                    <a:pt x="f73" y="f74"/>
                    <a:pt x="f75" y="f76"/>
                    <a:pt x="f5" y="f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2A47710-97DC-4293-AAE2-1FFE69D88B95}"/>
                </a:ext>
              </a:extLst>
            </p:cNvPr>
            <p:cNvSpPr/>
            <p:nvPr/>
          </p:nvSpPr>
          <p:spPr>
            <a:xfrm>
              <a:off x="459504" y="1866409"/>
              <a:ext cx="11277596" cy="453389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104"/>
                <a:gd name="f4" fmla="val 2856"/>
                <a:gd name="f5" fmla="val 1"/>
                <a:gd name="f6" fmla="val 6943"/>
                <a:gd name="f7" fmla="val 26"/>
                <a:gd name="f8" fmla="val 6782"/>
                <a:gd name="f9" fmla="val 50"/>
                <a:gd name="f10" fmla="val 6621"/>
                <a:gd name="f11" fmla="val 73"/>
                <a:gd name="f12" fmla="val 6459"/>
                <a:gd name="f13" fmla="val 93"/>
                <a:gd name="f14" fmla="val 6298"/>
                <a:gd name="f15" fmla="val 113"/>
                <a:gd name="f16" fmla="val 6136"/>
                <a:gd name="f17" fmla="val 132"/>
                <a:gd name="f18" fmla="val 5976"/>
                <a:gd name="f19" fmla="val 148"/>
                <a:gd name="f20" fmla="val 5814"/>
                <a:gd name="f21" fmla="val 163"/>
                <a:gd name="f22" fmla="val 5653"/>
                <a:gd name="f23" fmla="val 177"/>
                <a:gd name="f24" fmla="val 5494"/>
                <a:gd name="f25" fmla="val 189"/>
                <a:gd name="f26" fmla="val 5334"/>
                <a:gd name="f27" fmla="val 201"/>
                <a:gd name="f28" fmla="val 5175"/>
                <a:gd name="f29" fmla="val 211"/>
                <a:gd name="f30" fmla="val 5017"/>
                <a:gd name="f31" fmla="val 219"/>
                <a:gd name="f32" fmla="val 4859"/>
                <a:gd name="f33" fmla="val 227"/>
                <a:gd name="f34" fmla="val 4703"/>
                <a:gd name="f35" fmla="val 234"/>
                <a:gd name="f36" fmla="val 4548"/>
                <a:gd name="f37" fmla="val 239"/>
                <a:gd name="f38" fmla="val 4393"/>
                <a:gd name="f39" fmla="val 243"/>
                <a:gd name="f40" fmla="val 4240"/>
                <a:gd name="f41" fmla="val 247"/>
                <a:gd name="f42" fmla="val 4088"/>
                <a:gd name="f43" fmla="val 249"/>
                <a:gd name="f44" fmla="val 3937"/>
                <a:gd name="f45" fmla="val 251"/>
                <a:gd name="f46" fmla="val 3788"/>
                <a:gd name="f47" fmla="val 252"/>
                <a:gd name="f48" fmla="val 3640"/>
                <a:gd name="f49" fmla="val 3494"/>
                <a:gd name="f50" fmla="val 3349"/>
                <a:gd name="f51" fmla="val 3207"/>
                <a:gd name="f52" fmla="val 246"/>
                <a:gd name="f53" fmla="val 3066"/>
                <a:gd name="f54" fmla="val 2928"/>
                <a:gd name="f55" fmla="val 240"/>
                <a:gd name="f56" fmla="val 2791"/>
                <a:gd name="f57" fmla="val 235"/>
                <a:gd name="f58" fmla="val 2656"/>
                <a:gd name="f59" fmla="val 230"/>
                <a:gd name="f60" fmla="val 2524"/>
                <a:gd name="f61" fmla="val 225"/>
                <a:gd name="f62" fmla="val 2266"/>
                <a:gd name="f63" fmla="val 212"/>
                <a:gd name="f64" fmla="val 2019"/>
                <a:gd name="f65" fmla="val 198"/>
                <a:gd name="f66" fmla="val 1782"/>
                <a:gd name="f67" fmla="val 183"/>
                <a:gd name="f68" fmla="val 1557"/>
                <a:gd name="f69" fmla="val 167"/>
                <a:gd name="f70" fmla="val 1343"/>
                <a:gd name="f71" fmla="val 150"/>
                <a:gd name="f72" fmla="val 1144"/>
                <a:gd name="f73" fmla="val 957"/>
                <a:gd name="f74" fmla="val 114"/>
                <a:gd name="f75" fmla="val 785"/>
                <a:gd name="f76" fmla="val 96"/>
                <a:gd name="f77" fmla="val 627"/>
                <a:gd name="f78" fmla="val 79"/>
                <a:gd name="f79" fmla="val 487"/>
                <a:gd name="f80" fmla="val 63"/>
                <a:gd name="f81" fmla="val 361"/>
                <a:gd name="f82" fmla="val 48"/>
                <a:gd name="f83" fmla="val 254"/>
                <a:gd name="f84" fmla="val 35"/>
                <a:gd name="f85" fmla="val 165"/>
                <a:gd name="f86" fmla="val 23"/>
                <a:gd name="f87" fmla="val 42"/>
                <a:gd name="f88" fmla="val 6"/>
                <a:gd name="f89" fmla="*/ f0 1 7104"/>
                <a:gd name="f90" fmla="*/ f1 1 2856"/>
                <a:gd name="f91" fmla="val f2"/>
                <a:gd name="f92" fmla="val f3"/>
                <a:gd name="f93" fmla="val f4"/>
                <a:gd name="f94" fmla="+- f93 0 f91"/>
                <a:gd name="f95" fmla="+- f92 0 f91"/>
                <a:gd name="f96" fmla="*/ f95 1 7104"/>
                <a:gd name="f97" fmla="*/ f94 1 2856"/>
                <a:gd name="f98" fmla="*/ 0 1 f96"/>
                <a:gd name="f99" fmla="*/ f92 1 f96"/>
                <a:gd name="f100" fmla="*/ 0 1 f97"/>
                <a:gd name="f101" fmla="*/ f93 1 f97"/>
                <a:gd name="f102" fmla="*/ f98 f89 1"/>
                <a:gd name="f103" fmla="*/ f99 f89 1"/>
                <a:gd name="f104" fmla="*/ f101 f90 1"/>
                <a:gd name="f105" fmla="*/ f100 f9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02" t="f105" r="f103" b="f104"/>
              <a:pathLst>
                <a:path w="7104" h="2856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5"/>
                  </a:lnTo>
                  <a:lnTo>
                    <a:pt x="f3" y="f5"/>
                  </a:lnTo>
                  <a:lnTo>
                    <a:pt x="f6" y="f7"/>
                  </a:lnTo>
                  <a:lnTo>
                    <a:pt x="f8" y="f9"/>
                  </a:lnTo>
                  <a:lnTo>
                    <a:pt x="f10" y="f11"/>
                  </a:lnTo>
                  <a:lnTo>
                    <a:pt x="f12" y="f13"/>
                  </a:lnTo>
                  <a:lnTo>
                    <a:pt x="f14" y="f15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26" y="f27"/>
                  </a:lnTo>
                  <a:lnTo>
                    <a:pt x="f28" y="f29"/>
                  </a:lnTo>
                  <a:lnTo>
                    <a:pt x="f30" y="f31"/>
                  </a:lnTo>
                  <a:lnTo>
                    <a:pt x="f32" y="f33"/>
                  </a:ln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44" y="f45"/>
                  </a:lnTo>
                  <a:lnTo>
                    <a:pt x="f46" y="f47"/>
                  </a:lnTo>
                  <a:lnTo>
                    <a:pt x="f48" y="f45"/>
                  </a:lnTo>
                  <a:lnTo>
                    <a:pt x="f49" y="f45"/>
                  </a:lnTo>
                  <a:lnTo>
                    <a:pt x="f50" y="f43"/>
                  </a:lnTo>
                  <a:lnTo>
                    <a:pt x="f51" y="f52"/>
                  </a:lnTo>
                  <a:lnTo>
                    <a:pt x="f53" y="f39"/>
                  </a:lnTo>
                  <a:lnTo>
                    <a:pt x="f54" y="f55"/>
                  </a:lnTo>
                  <a:lnTo>
                    <a:pt x="f56" y="f57"/>
                  </a:lnTo>
                  <a:lnTo>
                    <a:pt x="f58" y="f59"/>
                  </a:lnTo>
                  <a:lnTo>
                    <a:pt x="f60" y="f61"/>
                  </a:lnTo>
                  <a:lnTo>
                    <a:pt x="f62" y="f63"/>
                  </a:lnTo>
                  <a:lnTo>
                    <a:pt x="f64" y="f65"/>
                  </a:lnTo>
                  <a:lnTo>
                    <a:pt x="f66" y="f67"/>
                  </a:lnTo>
                  <a:lnTo>
                    <a:pt x="f68" y="f69"/>
                  </a:lnTo>
                  <a:lnTo>
                    <a:pt x="f70" y="f71"/>
                  </a:lnTo>
                  <a:lnTo>
                    <a:pt x="f72" y="f17"/>
                  </a:lnTo>
                  <a:lnTo>
                    <a:pt x="f73" y="f74"/>
                  </a:lnTo>
                  <a:lnTo>
                    <a:pt x="f75" y="f76"/>
                  </a:lnTo>
                  <a:lnTo>
                    <a:pt x="f77" y="f78"/>
                  </a:lnTo>
                  <a:lnTo>
                    <a:pt x="f79" y="f80"/>
                  </a:lnTo>
                  <a:lnTo>
                    <a:pt x="f81" y="f82"/>
                  </a:lnTo>
                  <a:lnTo>
                    <a:pt x="f83" y="f84"/>
                  </a:lnTo>
                  <a:lnTo>
                    <a:pt x="f85" y="f86"/>
                  </a:lnTo>
                  <a:lnTo>
                    <a:pt x="f87" y="f88"/>
                  </a:lnTo>
                  <a:lnTo>
                    <a:pt x="f2" y="f2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6D9F942-33A3-4D17-A7DB-90D44E53AED7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B103798-AEBB-4088-B4CD-A32ECC3BF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8761415" cy="7069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992324-8890-4A2D-B615-7F33A842E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54951" y="2603497"/>
            <a:ext cx="8761415" cy="34162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55C9350-A7E5-4186-B9C9-490F0804383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53107" y="6391838"/>
            <a:ext cx="990596" cy="3047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000" b="1" i="0" u="none" strike="noStrike" kern="1200" cap="none" spc="0" baseline="0">
                <a:solidFill>
                  <a:srgbClr val="B31166"/>
                </a:solidFill>
                <a:uFillTx/>
                <a:latin typeface="Century Gothic"/>
              </a:defRPr>
            </a:lvl1pPr>
          </a:lstStyle>
          <a:p>
            <a:pPr lvl="0"/>
            <a:fld id="{EBE26EAB-CF39-4823-9A4C-2A27FD499DBD}" type="datetime1">
              <a:rPr lang="en-US"/>
              <a:pPr lvl="0"/>
              <a:t>5/22/2025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5CE4C2-DA68-43D4-9415-787E407D22B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561112" y="6391838"/>
            <a:ext cx="3859792" cy="3047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000" b="1" i="0" u="none" strike="noStrike" kern="1200" cap="none" spc="0" baseline="0">
                <a:solidFill>
                  <a:srgbClr val="B31166"/>
                </a:solidFill>
                <a:uFillTx/>
                <a:latin typeface="Century Gothic"/>
              </a:defRPr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5B4538A0-6159-4F08-A4EE-846B3901242D}"/>
              </a:ext>
            </a:extLst>
          </p:cNvPr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4393FFF-8994-4A45-AB67-82E97CBA74B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352544" y="295726"/>
            <a:ext cx="838203" cy="7676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800" b="0" i="0" u="none" strike="noStrike" kern="1200" cap="none" spc="0" baseline="0">
                <a:solidFill>
                  <a:srgbClr val="FFFFFF"/>
                </a:solidFill>
                <a:uFillTx/>
                <a:latin typeface="Century Gothic"/>
              </a:defRPr>
            </a:lvl1pPr>
          </a:lstStyle>
          <a:p>
            <a:pPr lvl="0"/>
            <a:fld id="{A799FDC9-88AD-438C-8D2C-4CBE4D66198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marL="0" marR="0" lvl="0" indent="0" algn="l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200" cap="none" spc="0" baseline="0">
          <a:solidFill>
            <a:srgbClr val="EBEBEB"/>
          </a:solidFill>
          <a:uFillTx/>
          <a:latin typeface="Century Gothic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B31166"/>
        </a:buClr>
        <a:buSzPct val="80000"/>
        <a:buFont typeface="Wingdings 3"/>
        <a:buChar char=""/>
        <a:tabLst/>
        <a:defRPr lang="en-US" sz="1800" b="0" i="0" u="none" strike="noStrike" kern="1200" cap="none" spc="0" baseline="0">
          <a:solidFill>
            <a:srgbClr val="404040"/>
          </a:solidFill>
          <a:uFillTx/>
          <a:latin typeface="Century Gothic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B31166"/>
        </a:buClr>
        <a:buSzPct val="80000"/>
        <a:buFont typeface="Wingdings 3"/>
        <a:buChar char=""/>
        <a:tabLst/>
        <a:defRPr lang="en-US" sz="1600" b="0" i="0" u="none" strike="noStrike" kern="1200" cap="none" spc="0" baseline="0">
          <a:solidFill>
            <a:srgbClr val="404040"/>
          </a:solidFill>
          <a:uFillTx/>
          <a:latin typeface="Century Gothic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B31166"/>
        </a:buClr>
        <a:buSzPct val="80000"/>
        <a:buFont typeface="Wingdings 3"/>
        <a:buChar char=""/>
        <a:tabLst/>
        <a:defRPr lang="en-US" sz="1400" b="0" i="0" u="none" strike="noStrike" kern="1200" cap="none" spc="0" baseline="0">
          <a:solidFill>
            <a:srgbClr val="404040"/>
          </a:solidFill>
          <a:uFillTx/>
          <a:latin typeface="Century Gothic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B31166"/>
        </a:buClr>
        <a:buSzPct val="80000"/>
        <a:buFont typeface="Wingdings 3"/>
        <a:buChar char=""/>
        <a:tabLst/>
        <a:defRPr lang="en-US" sz="1200" b="0" i="0" u="none" strike="noStrike" kern="1200" cap="none" spc="0" baseline="0">
          <a:solidFill>
            <a:srgbClr val="404040"/>
          </a:solidFill>
          <a:uFillTx/>
          <a:latin typeface="Century Gothic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B31166"/>
        </a:buClr>
        <a:buSzPct val="80000"/>
        <a:buFont typeface="Wingdings 3"/>
        <a:buChar char=""/>
        <a:tabLst/>
        <a:defRPr lang="en-US" sz="1200" b="0" i="0" u="none" strike="noStrike" kern="1200" cap="none" spc="0" baseline="0">
          <a:solidFill>
            <a:srgbClr val="404040"/>
          </a:solidFill>
          <a:uFillTx/>
          <a:latin typeface="Century Gothic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407650-3244-41DD-828A-939DF2534655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hu-HU"/>
              <a:t>Fórum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77D9D2F-E2B3-4562-9085-C53F4ADAF0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hu-HU"/>
              <a:t>Készítette:        Nagy Gábor</a:t>
            </a:r>
            <a:br>
              <a:rPr lang="hu-HU"/>
            </a:br>
            <a:r>
              <a:rPr lang="hu-HU"/>
              <a:t>                       Fidrus Adrián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D4D26E-5138-4F43-AD15-36FFCAFC8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8761415" cy="7069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hu-HU">
                <a:solidFill>
                  <a:srgbClr val="00B050"/>
                </a:solidFill>
              </a:rPr>
              <a:t>Miért pont fórum?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134983-49BF-4D6B-8FC0-79F71DC1D1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54951" y="2603497"/>
            <a:ext cx="8825660" cy="34162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hu-HU"/>
              <a:t>Azért választottuk a fórumot mivel ez egy összetettebb, de nagyjából jól átlátható rendszer: van benne</a:t>
            </a:r>
          </a:p>
          <a:p>
            <a:pPr lvl="0"/>
            <a:endParaRPr lang="hu-HU"/>
          </a:p>
          <a:p>
            <a:pPr marL="0" lvl="0" indent="0">
              <a:buNone/>
            </a:pPr>
            <a:r>
              <a:rPr lang="hu-HU"/>
              <a:t>  - jogosultságok</a:t>
            </a:r>
            <a:br>
              <a:rPr lang="hu-HU"/>
            </a:br>
            <a:r>
              <a:rPr lang="hu-HU"/>
              <a:t>  - felhasználókezelés</a:t>
            </a:r>
            <a:br>
              <a:rPr lang="hu-HU"/>
            </a:br>
            <a:r>
              <a:rPr lang="hu-HU"/>
              <a:t>  - témák</a:t>
            </a:r>
            <a:br>
              <a:rPr lang="hu-HU"/>
            </a:br>
            <a:r>
              <a:rPr lang="hu-HU"/>
              <a:t>  - hozzászólások</a:t>
            </a:r>
          </a:p>
          <a:p>
            <a:pPr marL="0" lvl="0" indent="0">
              <a:buNone/>
            </a:pPr>
            <a:endParaRPr lang="hu-H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507F6536-947A-4630-A9A0-384570D1A6AD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A3E0EB8C-30D7-4001-9BB4-BCC0CEC4843D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4" name="Rectangle 10">
              <a:extLst>
                <a:ext uri="{FF2B5EF4-FFF2-40B4-BE49-F238E27FC236}">
                  <a16:creationId xmlns:a16="http://schemas.microsoft.com/office/drawing/2014/main" id="{344B44CD-B464-441C-8820-314BD74FC6C6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noFill/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C5E1FEE-B064-4B25-886E-8AB6E0B03198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6" name="Cím 1">
            <a:extLst>
              <a:ext uri="{FF2B5EF4-FFF2-40B4-BE49-F238E27FC236}">
                <a16:creationId xmlns:a16="http://schemas.microsoft.com/office/drawing/2014/main" id="{5F682FF3-8E93-4DB4-B55F-0E6697E92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6246" y="1085548"/>
            <a:ext cx="3430947" cy="46869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 algn="r"/>
            <a:r>
              <a:rPr lang="hu-HU">
                <a:solidFill>
                  <a:srgbClr val="FFFFFF"/>
                </a:solidFill>
              </a:rPr>
              <a:t>Feladatok felosztása </a:t>
            </a:r>
          </a:p>
        </p:txBody>
      </p: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AAD8F9C8-7ED5-4116-8B21-D44D39C3A669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930984"/>
            <a:ext cx="0" cy="3200400"/>
          </a:xfrm>
          <a:prstGeom prst="straightConnector1">
            <a:avLst/>
          </a:prstGeom>
          <a:noFill/>
          <a:ln w="15873" cap="sq">
            <a:solidFill>
              <a:srgbClr val="FFFFFF"/>
            </a:solidFill>
            <a:prstDash val="solid"/>
            <a:miter/>
          </a:ln>
        </p:spPr>
      </p:cxn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7EF1892C-FD01-4C6D-A9E9-7AA45BC2C65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41398" y="1085548"/>
            <a:ext cx="5579705" cy="46869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hu-HU">
                <a:solidFill>
                  <a:srgbClr val="FFFFFF"/>
                </a:solidFill>
              </a:rPr>
              <a:t>Backend - Adrián</a:t>
            </a:r>
          </a:p>
          <a:p>
            <a:pPr lvl="0"/>
            <a:r>
              <a:rPr lang="hu-HU">
                <a:solidFill>
                  <a:srgbClr val="FFFFFF"/>
                </a:solidFill>
              </a:rPr>
              <a:t>Frontend - Gábor</a:t>
            </a:r>
          </a:p>
          <a:p>
            <a:pPr lvl="0"/>
            <a:r>
              <a:rPr lang="hu-HU">
                <a:solidFill>
                  <a:srgbClr val="FFFFFF"/>
                </a:solidFill>
              </a:rPr>
              <a:t>Adatbázis, PPT -  közösen</a:t>
            </a:r>
          </a:p>
          <a:p>
            <a:pPr lvl="0"/>
            <a:endParaRPr lang="hu-HU">
              <a:solidFill>
                <a:srgbClr val="FFFFFF"/>
              </a:solidFill>
            </a:endParaRPr>
          </a:p>
          <a:p>
            <a:pPr lvl="0"/>
            <a:r>
              <a:rPr lang="hu-HU" b="1">
                <a:solidFill>
                  <a:srgbClr val="FFFFFF"/>
                </a:solidFill>
              </a:rPr>
              <a:t>A feladatokat a Trellón keresztül osztottuk fel.</a:t>
            </a:r>
          </a:p>
          <a:p>
            <a:pPr lvl="0"/>
            <a:r>
              <a:rPr lang="hu-HU" b="1">
                <a:solidFill>
                  <a:srgbClr val="FFFFFF"/>
                </a:solidFill>
              </a:rPr>
              <a:t>A kódot GitHubon tároltuk, ott kezeltük a verziókat is.</a:t>
            </a:r>
          </a:p>
          <a:p>
            <a:pPr lvl="0"/>
            <a:r>
              <a:rPr lang="hu-HU" b="1">
                <a:solidFill>
                  <a:srgbClr val="FFFFFF"/>
                </a:solidFill>
              </a:rPr>
              <a:t>Kommunikáció(Személyes, Discord)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D7B5281-3B88-4986-9311-49AA1A7240D8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5CC48EB-A23B-4CCD-AD41-A98C16C530D4}"/>
              </a:ext>
            </a:extLst>
          </p:cNvPr>
          <p:cNvSpPr>
            <a:spLocks noMove="1" noResize="1"/>
          </p:cNvSpPr>
          <p:nvPr/>
        </p:nvSpPr>
        <p:spPr>
          <a:xfrm rot="16200004">
            <a:off x="6290107" y="977278"/>
            <a:ext cx="6053666" cy="49034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053670"/>
              <a:gd name="f7" fmla="val 4903455"/>
              <a:gd name="f8" fmla="val 1098"/>
              <a:gd name="f9" fmla="val 424590"/>
              <a:gd name="f10" fmla="val 1254558"/>
              <a:gd name="f11" fmla="val 1249853"/>
              <a:gd name="f12" fmla="val 35717"/>
              <a:gd name="f13" fmla="val 5488"/>
              <a:gd name="f14" fmla="val 140445"/>
              <a:gd name="f15" fmla="val 21641"/>
              <a:gd name="f16" fmla="val 216722"/>
              <a:gd name="f17" fmla="val 32932"/>
              <a:gd name="f18" fmla="val 307527"/>
              <a:gd name="f19" fmla="val 44850"/>
              <a:gd name="f20" fmla="val 415282"/>
              <a:gd name="f21" fmla="val 59121"/>
              <a:gd name="f22" fmla="val 534539"/>
              <a:gd name="f23" fmla="val 74175"/>
              <a:gd name="f24" fmla="val 668931"/>
              <a:gd name="f25" fmla="val 90014"/>
              <a:gd name="f26" fmla="val 815430"/>
              <a:gd name="f27" fmla="val 106794"/>
              <a:gd name="f28" fmla="val 974641"/>
              <a:gd name="f29" fmla="val 123574"/>
              <a:gd name="f30" fmla="val 1144144"/>
              <a:gd name="f31" fmla="val 140667"/>
              <a:gd name="f32" fmla="val 1326965"/>
              <a:gd name="f33" fmla="val 156506"/>
              <a:gd name="f34" fmla="val 1518261"/>
              <a:gd name="f35" fmla="val 171717"/>
              <a:gd name="f36" fmla="val 1720453"/>
              <a:gd name="f37" fmla="val 185518"/>
              <a:gd name="f38" fmla="val 1931121"/>
              <a:gd name="f39" fmla="val 198690"/>
              <a:gd name="f40" fmla="val 2150869"/>
              <a:gd name="f41" fmla="val 211079"/>
              <a:gd name="f42" fmla="val 2263467"/>
              <a:gd name="f43" fmla="val 215470"/>
              <a:gd name="f44" fmla="val 2378487"/>
              <a:gd name="f45" fmla="val 220332"/>
              <a:gd name="f46" fmla="val 2495323"/>
              <a:gd name="f47" fmla="val 224879"/>
              <a:gd name="f48" fmla="val 2612764"/>
              <a:gd name="f49" fmla="val 227859"/>
              <a:gd name="f50" fmla="val 2732627"/>
              <a:gd name="f51" fmla="val 230525"/>
              <a:gd name="f52" fmla="val 2853700"/>
              <a:gd name="f53" fmla="val 233348"/>
              <a:gd name="f54" fmla="val 2977195"/>
              <a:gd name="f55" fmla="val 235229"/>
              <a:gd name="f56" fmla="val 3101900"/>
              <a:gd name="f57" fmla="val 3227817"/>
              <a:gd name="f58" fmla="val 236170"/>
              <a:gd name="f59" fmla="val 3354944"/>
              <a:gd name="f60" fmla="val 3483887"/>
              <a:gd name="f61" fmla="val 3612830"/>
              <a:gd name="f62" fmla="val 231623"/>
              <a:gd name="f63" fmla="val 3743589"/>
              <a:gd name="f64" fmla="val 3875559"/>
              <a:gd name="f65" fmla="val 223938"/>
              <a:gd name="f66" fmla="val 4007529"/>
              <a:gd name="f67" fmla="val 219391"/>
              <a:gd name="f68" fmla="val 4140710"/>
              <a:gd name="f69" fmla="val 212961"/>
              <a:gd name="f70" fmla="val 4275102"/>
              <a:gd name="f71" fmla="val 205277"/>
              <a:gd name="f72" fmla="val 4410098"/>
              <a:gd name="f73" fmla="val 197907"/>
              <a:gd name="f74" fmla="val 4545096"/>
              <a:gd name="f75" fmla="val 188498"/>
              <a:gd name="f76" fmla="val 4681909"/>
              <a:gd name="f77" fmla="val 177207"/>
              <a:gd name="f78" fmla="val 4816905"/>
              <a:gd name="f79" fmla="val 165916"/>
              <a:gd name="f80" fmla="val 4954323"/>
              <a:gd name="f81" fmla="val 152899"/>
              <a:gd name="f82" fmla="val 5092347"/>
              <a:gd name="f83" fmla="val 138629"/>
              <a:gd name="f84" fmla="val 5228555"/>
              <a:gd name="f85" fmla="val 5366578"/>
              <a:gd name="f86" fmla="val 106010"/>
              <a:gd name="f87" fmla="val 5503997"/>
              <a:gd name="f88" fmla="val 87192"/>
              <a:gd name="f89" fmla="val 5642020"/>
              <a:gd name="f90" fmla="val 68530"/>
              <a:gd name="f91" fmla="val 5779438"/>
              <a:gd name="f92" fmla="val 46733"/>
              <a:gd name="f93" fmla="val 5916251"/>
              <a:gd name="f94" fmla="val 24464"/>
              <a:gd name="f95" fmla="+- 0 0 -90"/>
              <a:gd name="f96" fmla="*/ f3 1 6053670"/>
              <a:gd name="f97" fmla="*/ f4 1 4903455"/>
              <a:gd name="f98" fmla="val f5"/>
              <a:gd name="f99" fmla="val f6"/>
              <a:gd name="f100" fmla="val f7"/>
              <a:gd name="f101" fmla="*/ f95 f0 1"/>
              <a:gd name="f102" fmla="+- f100 0 f98"/>
              <a:gd name="f103" fmla="+- f99 0 f98"/>
              <a:gd name="f104" fmla="*/ f101 1 f2"/>
              <a:gd name="f105" fmla="*/ f103 1 6053670"/>
              <a:gd name="f106" fmla="*/ f102 1 4903455"/>
              <a:gd name="f107" fmla="*/ 6053670 f103 1"/>
              <a:gd name="f108" fmla="*/ 1098 f102 1"/>
              <a:gd name="f109" fmla="*/ 424590 f102 1"/>
              <a:gd name="f110" fmla="*/ 1254558 f102 1"/>
              <a:gd name="f111" fmla="*/ 4903455 f102 1"/>
              <a:gd name="f112" fmla="*/ 0 f103 1"/>
              <a:gd name="f113" fmla="*/ 1249853 f102 1"/>
              <a:gd name="f114" fmla="*/ 0 f102 1"/>
              <a:gd name="f115" fmla="*/ 35717 f103 1"/>
              <a:gd name="f116" fmla="*/ 5488 f102 1"/>
              <a:gd name="f117" fmla="*/ 140445 f103 1"/>
              <a:gd name="f118" fmla="*/ 21641 f102 1"/>
              <a:gd name="f119" fmla="*/ 216722 f103 1"/>
              <a:gd name="f120" fmla="*/ 32932 f102 1"/>
              <a:gd name="f121" fmla="*/ 307527 f103 1"/>
              <a:gd name="f122" fmla="*/ 44850 f102 1"/>
              <a:gd name="f123" fmla="*/ 415282 f103 1"/>
              <a:gd name="f124" fmla="*/ 59121 f102 1"/>
              <a:gd name="f125" fmla="*/ 534539 f103 1"/>
              <a:gd name="f126" fmla="*/ 74175 f102 1"/>
              <a:gd name="f127" fmla="*/ 668931 f103 1"/>
              <a:gd name="f128" fmla="*/ 90014 f102 1"/>
              <a:gd name="f129" fmla="*/ 815430 f103 1"/>
              <a:gd name="f130" fmla="*/ 106794 f102 1"/>
              <a:gd name="f131" fmla="*/ 974641 f103 1"/>
              <a:gd name="f132" fmla="*/ 123574 f102 1"/>
              <a:gd name="f133" fmla="*/ 1144144 f103 1"/>
              <a:gd name="f134" fmla="*/ 140667 f102 1"/>
              <a:gd name="f135" fmla="*/ 1326965 f103 1"/>
              <a:gd name="f136" fmla="*/ 156506 f102 1"/>
              <a:gd name="f137" fmla="*/ 1518261 f103 1"/>
              <a:gd name="f138" fmla="*/ 171717 f102 1"/>
              <a:gd name="f139" fmla="*/ 1720453 f103 1"/>
              <a:gd name="f140" fmla="*/ 185518 f102 1"/>
              <a:gd name="f141" fmla="*/ 1931121 f103 1"/>
              <a:gd name="f142" fmla="*/ 198690 f102 1"/>
              <a:gd name="f143" fmla="*/ 2150869 f103 1"/>
              <a:gd name="f144" fmla="*/ 211079 f102 1"/>
              <a:gd name="f145" fmla="*/ 2263467 f103 1"/>
              <a:gd name="f146" fmla="*/ 215470 f102 1"/>
              <a:gd name="f147" fmla="*/ 2378487 f103 1"/>
              <a:gd name="f148" fmla="*/ 220332 f102 1"/>
              <a:gd name="f149" fmla="*/ 2495323 f103 1"/>
              <a:gd name="f150" fmla="*/ 224879 f102 1"/>
              <a:gd name="f151" fmla="*/ 2612764 f103 1"/>
              <a:gd name="f152" fmla="*/ 227859 f102 1"/>
              <a:gd name="f153" fmla="*/ 2732627 f103 1"/>
              <a:gd name="f154" fmla="*/ 230525 f102 1"/>
              <a:gd name="f155" fmla="*/ 2853700 f103 1"/>
              <a:gd name="f156" fmla="*/ 233348 f102 1"/>
              <a:gd name="f157" fmla="*/ 2977195 f103 1"/>
              <a:gd name="f158" fmla="*/ 235229 f102 1"/>
              <a:gd name="f159" fmla="*/ 3101900 f103 1"/>
              <a:gd name="f160" fmla="*/ 3227817 f103 1"/>
              <a:gd name="f161" fmla="*/ 236170 f102 1"/>
              <a:gd name="f162" fmla="*/ 3354944 f103 1"/>
              <a:gd name="f163" fmla="*/ 3483887 f103 1"/>
              <a:gd name="f164" fmla="*/ 3612830 f103 1"/>
              <a:gd name="f165" fmla="*/ 231623 f102 1"/>
              <a:gd name="f166" fmla="*/ 3743589 f103 1"/>
              <a:gd name="f167" fmla="*/ 3875559 f103 1"/>
              <a:gd name="f168" fmla="*/ 223938 f102 1"/>
              <a:gd name="f169" fmla="*/ 4007529 f103 1"/>
              <a:gd name="f170" fmla="*/ 219391 f102 1"/>
              <a:gd name="f171" fmla="*/ 4140710 f103 1"/>
              <a:gd name="f172" fmla="*/ 212961 f102 1"/>
              <a:gd name="f173" fmla="*/ 4275102 f103 1"/>
              <a:gd name="f174" fmla="*/ 205277 f102 1"/>
              <a:gd name="f175" fmla="*/ 4410098 f103 1"/>
              <a:gd name="f176" fmla="*/ 197907 f102 1"/>
              <a:gd name="f177" fmla="*/ 4545096 f103 1"/>
              <a:gd name="f178" fmla="*/ 188498 f102 1"/>
              <a:gd name="f179" fmla="*/ 4681909 f103 1"/>
              <a:gd name="f180" fmla="*/ 177207 f102 1"/>
              <a:gd name="f181" fmla="*/ 4816905 f103 1"/>
              <a:gd name="f182" fmla="*/ 165916 f102 1"/>
              <a:gd name="f183" fmla="*/ 4954323 f103 1"/>
              <a:gd name="f184" fmla="*/ 152899 f102 1"/>
              <a:gd name="f185" fmla="*/ 5092347 f103 1"/>
              <a:gd name="f186" fmla="*/ 138629 f102 1"/>
              <a:gd name="f187" fmla="*/ 5228555 f103 1"/>
              <a:gd name="f188" fmla="*/ 5366578 f103 1"/>
              <a:gd name="f189" fmla="*/ 106010 f102 1"/>
              <a:gd name="f190" fmla="*/ 5503997 f103 1"/>
              <a:gd name="f191" fmla="*/ 87192 f102 1"/>
              <a:gd name="f192" fmla="*/ 5642020 f103 1"/>
              <a:gd name="f193" fmla="*/ 68530 f102 1"/>
              <a:gd name="f194" fmla="*/ 5779438 f103 1"/>
              <a:gd name="f195" fmla="*/ 46733 f102 1"/>
              <a:gd name="f196" fmla="*/ 5916251 f103 1"/>
              <a:gd name="f197" fmla="*/ 24464 f102 1"/>
              <a:gd name="f198" fmla="+- f104 0 f1"/>
              <a:gd name="f199" fmla="*/ f107 1 6053670"/>
              <a:gd name="f200" fmla="*/ f108 1 4903455"/>
              <a:gd name="f201" fmla="*/ f109 1 4903455"/>
              <a:gd name="f202" fmla="*/ f110 1 4903455"/>
              <a:gd name="f203" fmla="*/ f111 1 4903455"/>
              <a:gd name="f204" fmla="*/ f112 1 6053670"/>
              <a:gd name="f205" fmla="*/ f113 1 4903455"/>
              <a:gd name="f206" fmla="*/ f114 1 4903455"/>
              <a:gd name="f207" fmla="*/ f115 1 6053670"/>
              <a:gd name="f208" fmla="*/ f116 1 4903455"/>
              <a:gd name="f209" fmla="*/ f117 1 6053670"/>
              <a:gd name="f210" fmla="*/ f118 1 4903455"/>
              <a:gd name="f211" fmla="*/ f119 1 6053670"/>
              <a:gd name="f212" fmla="*/ f120 1 4903455"/>
              <a:gd name="f213" fmla="*/ f121 1 6053670"/>
              <a:gd name="f214" fmla="*/ f122 1 4903455"/>
              <a:gd name="f215" fmla="*/ f123 1 6053670"/>
              <a:gd name="f216" fmla="*/ f124 1 4903455"/>
              <a:gd name="f217" fmla="*/ f125 1 6053670"/>
              <a:gd name="f218" fmla="*/ f126 1 4903455"/>
              <a:gd name="f219" fmla="*/ f127 1 6053670"/>
              <a:gd name="f220" fmla="*/ f128 1 4903455"/>
              <a:gd name="f221" fmla="*/ f129 1 6053670"/>
              <a:gd name="f222" fmla="*/ f130 1 4903455"/>
              <a:gd name="f223" fmla="*/ f131 1 6053670"/>
              <a:gd name="f224" fmla="*/ f132 1 4903455"/>
              <a:gd name="f225" fmla="*/ f133 1 6053670"/>
              <a:gd name="f226" fmla="*/ f134 1 4903455"/>
              <a:gd name="f227" fmla="*/ f135 1 6053670"/>
              <a:gd name="f228" fmla="*/ f136 1 4903455"/>
              <a:gd name="f229" fmla="*/ f137 1 6053670"/>
              <a:gd name="f230" fmla="*/ f138 1 4903455"/>
              <a:gd name="f231" fmla="*/ f139 1 6053670"/>
              <a:gd name="f232" fmla="*/ f140 1 4903455"/>
              <a:gd name="f233" fmla="*/ f141 1 6053670"/>
              <a:gd name="f234" fmla="*/ f142 1 4903455"/>
              <a:gd name="f235" fmla="*/ f143 1 6053670"/>
              <a:gd name="f236" fmla="*/ f144 1 4903455"/>
              <a:gd name="f237" fmla="*/ f145 1 6053670"/>
              <a:gd name="f238" fmla="*/ f146 1 4903455"/>
              <a:gd name="f239" fmla="*/ f147 1 6053670"/>
              <a:gd name="f240" fmla="*/ f148 1 4903455"/>
              <a:gd name="f241" fmla="*/ f149 1 6053670"/>
              <a:gd name="f242" fmla="*/ f150 1 4903455"/>
              <a:gd name="f243" fmla="*/ f151 1 6053670"/>
              <a:gd name="f244" fmla="*/ f152 1 4903455"/>
              <a:gd name="f245" fmla="*/ f153 1 6053670"/>
              <a:gd name="f246" fmla="*/ f154 1 4903455"/>
              <a:gd name="f247" fmla="*/ f155 1 6053670"/>
              <a:gd name="f248" fmla="*/ f156 1 4903455"/>
              <a:gd name="f249" fmla="*/ f157 1 6053670"/>
              <a:gd name="f250" fmla="*/ f158 1 4903455"/>
              <a:gd name="f251" fmla="*/ f159 1 6053670"/>
              <a:gd name="f252" fmla="*/ f160 1 6053670"/>
              <a:gd name="f253" fmla="*/ f161 1 4903455"/>
              <a:gd name="f254" fmla="*/ f162 1 6053670"/>
              <a:gd name="f255" fmla="*/ f163 1 6053670"/>
              <a:gd name="f256" fmla="*/ f164 1 6053670"/>
              <a:gd name="f257" fmla="*/ f165 1 4903455"/>
              <a:gd name="f258" fmla="*/ f166 1 6053670"/>
              <a:gd name="f259" fmla="*/ f167 1 6053670"/>
              <a:gd name="f260" fmla="*/ f168 1 4903455"/>
              <a:gd name="f261" fmla="*/ f169 1 6053670"/>
              <a:gd name="f262" fmla="*/ f170 1 4903455"/>
              <a:gd name="f263" fmla="*/ f171 1 6053670"/>
              <a:gd name="f264" fmla="*/ f172 1 4903455"/>
              <a:gd name="f265" fmla="*/ f173 1 6053670"/>
              <a:gd name="f266" fmla="*/ f174 1 4903455"/>
              <a:gd name="f267" fmla="*/ f175 1 6053670"/>
              <a:gd name="f268" fmla="*/ f176 1 4903455"/>
              <a:gd name="f269" fmla="*/ f177 1 6053670"/>
              <a:gd name="f270" fmla="*/ f178 1 4903455"/>
              <a:gd name="f271" fmla="*/ f179 1 6053670"/>
              <a:gd name="f272" fmla="*/ f180 1 4903455"/>
              <a:gd name="f273" fmla="*/ f181 1 6053670"/>
              <a:gd name="f274" fmla="*/ f182 1 4903455"/>
              <a:gd name="f275" fmla="*/ f183 1 6053670"/>
              <a:gd name="f276" fmla="*/ f184 1 4903455"/>
              <a:gd name="f277" fmla="*/ f185 1 6053670"/>
              <a:gd name="f278" fmla="*/ f186 1 4903455"/>
              <a:gd name="f279" fmla="*/ f187 1 6053670"/>
              <a:gd name="f280" fmla="*/ f188 1 6053670"/>
              <a:gd name="f281" fmla="*/ f189 1 4903455"/>
              <a:gd name="f282" fmla="*/ f190 1 6053670"/>
              <a:gd name="f283" fmla="*/ f191 1 4903455"/>
              <a:gd name="f284" fmla="*/ f192 1 6053670"/>
              <a:gd name="f285" fmla="*/ f193 1 4903455"/>
              <a:gd name="f286" fmla="*/ f194 1 6053670"/>
              <a:gd name="f287" fmla="*/ f195 1 4903455"/>
              <a:gd name="f288" fmla="*/ f196 1 6053670"/>
              <a:gd name="f289" fmla="*/ f197 1 4903455"/>
              <a:gd name="f290" fmla="*/ f98 1 f105"/>
              <a:gd name="f291" fmla="*/ f99 1 f105"/>
              <a:gd name="f292" fmla="*/ f98 1 f106"/>
              <a:gd name="f293" fmla="*/ f100 1 f106"/>
              <a:gd name="f294" fmla="*/ f199 1 f105"/>
              <a:gd name="f295" fmla="*/ f200 1 f106"/>
              <a:gd name="f296" fmla="*/ f201 1 f106"/>
              <a:gd name="f297" fmla="*/ f202 1 f106"/>
              <a:gd name="f298" fmla="*/ f203 1 f106"/>
              <a:gd name="f299" fmla="*/ f204 1 f105"/>
              <a:gd name="f300" fmla="*/ f205 1 f106"/>
              <a:gd name="f301" fmla="*/ f206 1 f106"/>
              <a:gd name="f302" fmla="*/ f207 1 f105"/>
              <a:gd name="f303" fmla="*/ f208 1 f106"/>
              <a:gd name="f304" fmla="*/ f209 1 f105"/>
              <a:gd name="f305" fmla="*/ f210 1 f106"/>
              <a:gd name="f306" fmla="*/ f211 1 f105"/>
              <a:gd name="f307" fmla="*/ f212 1 f106"/>
              <a:gd name="f308" fmla="*/ f213 1 f105"/>
              <a:gd name="f309" fmla="*/ f214 1 f106"/>
              <a:gd name="f310" fmla="*/ f215 1 f105"/>
              <a:gd name="f311" fmla="*/ f216 1 f106"/>
              <a:gd name="f312" fmla="*/ f217 1 f105"/>
              <a:gd name="f313" fmla="*/ f218 1 f106"/>
              <a:gd name="f314" fmla="*/ f219 1 f105"/>
              <a:gd name="f315" fmla="*/ f220 1 f106"/>
              <a:gd name="f316" fmla="*/ f221 1 f105"/>
              <a:gd name="f317" fmla="*/ f222 1 f106"/>
              <a:gd name="f318" fmla="*/ f223 1 f105"/>
              <a:gd name="f319" fmla="*/ f224 1 f106"/>
              <a:gd name="f320" fmla="*/ f225 1 f105"/>
              <a:gd name="f321" fmla="*/ f226 1 f106"/>
              <a:gd name="f322" fmla="*/ f227 1 f105"/>
              <a:gd name="f323" fmla="*/ f228 1 f106"/>
              <a:gd name="f324" fmla="*/ f229 1 f105"/>
              <a:gd name="f325" fmla="*/ f230 1 f106"/>
              <a:gd name="f326" fmla="*/ f231 1 f105"/>
              <a:gd name="f327" fmla="*/ f232 1 f106"/>
              <a:gd name="f328" fmla="*/ f233 1 f105"/>
              <a:gd name="f329" fmla="*/ f234 1 f106"/>
              <a:gd name="f330" fmla="*/ f235 1 f105"/>
              <a:gd name="f331" fmla="*/ f236 1 f106"/>
              <a:gd name="f332" fmla="*/ f237 1 f105"/>
              <a:gd name="f333" fmla="*/ f238 1 f106"/>
              <a:gd name="f334" fmla="*/ f239 1 f105"/>
              <a:gd name="f335" fmla="*/ f240 1 f106"/>
              <a:gd name="f336" fmla="*/ f241 1 f105"/>
              <a:gd name="f337" fmla="*/ f242 1 f106"/>
              <a:gd name="f338" fmla="*/ f243 1 f105"/>
              <a:gd name="f339" fmla="*/ f244 1 f106"/>
              <a:gd name="f340" fmla="*/ f245 1 f105"/>
              <a:gd name="f341" fmla="*/ f246 1 f106"/>
              <a:gd name="f342" fmla="*/ f247 1 f105"/>
              <a:gd name="f343" fmla="*/ f248 1 f106"/>
              <a:gd name="f344" fmla="*/ f249 1 f105"/>
              <a:gd name="f345" fmla="*/ f250 1 f106"/>
              <a:gd name="f346" fmla="*/ f251 1 f105"/>
              <a:gd name="f347" fmla="*/ f252 1 f105"/>
              <a:gd name="f348" fmla="*/ f253 1 f106"/>
              <a:gd name="f349" fmla="*/ f254 1 f105"/>
              <a:gd name="f350" fmla="*/ f255 1 f105"/>
              <a:gd name="f351" fmla="*/ f256 1 f105"/>
              <a:gd name="f352" fmla="*/ f257 1 f106"/>
              <a:gd name="f353" fmla="*/ f258 1 f105"/>
              <a:gd name="f354" fmla="*/ f259 1 f105"/>
              <a:gd name="f355" fmla="*/ f260 1 f106"/>
              <a:gd name="f356" fmla="*/ f261 1 f105"/>
              <a:gd name="f357" fmla="*/ f262 1 f106"/>
              <a:gd name="f358" fmla="*/ f263 1 f105"/>
              <a:gd name="f359" fmla="*/ f264 1 f106"/>
              <a:gd name="f360" fmla="*/ f265 1 f105"/>
              <a:gd name="f361" fmla="*/ f266 1 f106"/>
              <a:gd name="f362" fmla="*/ f267 1 f105"/>
              <a:gd name="f363" fmla="*/ f268 1 f106"/>
              <a:gd name="f364" fmla="*/ f269 1 f105"/>
              <a:gd name="f365" fmla="*/ f270 1 f106"/>
              <a:gd name="f366" fmla="*/ f271 1 f105"/>
              <a:gd name="f367" fmla="*/ f272 1 f106"/>
              <a:gd name="f368" fmla="*/ f273 1 f105"/>
              <a:gd name="f369" fmla="*/ f274 1 f106"/>
              <a:gd name="f370" fmla="*/ f275 1 f105"/>
              <a:gd name="f371" fmla="*/ f276 1 f106"/>
              <a:gd name="f372" fmla="*/ f277 1 f105"/>
              <a:gd name="f373" fmla="*/ f278 1 f106"/>
              <a:gd name="f374" fmla="*/ f279 1 f105"/>
              <a:gd name="f375" fmla="*/ f280 1 f105"/>
              <a:gd name="f376" fmla="*/ f281 1 f106"/>
              <a:gd name="f377" fmla="*/ f282 1 f105"/>
              <a:gd name="f378" fmla="*/ f283 1 f106"/>
              <a:gd name="f379" fmla="*/ f284 1 f105"/>
              <a:gd name="f380" fmla="*/ f285 1 f106"/>
              <a:gd name="f381" fmla="*/ f286 1 f105"/>
              <a:gd name="f382" fmla="*/ f287 1 f106"/>
              <a:gd name="f383" fmla="*/ f288 1 f105"/>
              <a:gd name="f384" fmla="*/ f289 1 f106"/>
              <a:gd name="f385" fmla="*/ f290 f96 1"/>
              <a:gd name="f386" fmla="*/ f291 f96 1"/>
              <a:gd name="f387" fmla="*/ f293 f97 1"/>
              <a:gd name="f388" fmla="*/ f292 f97 1"/>
              <a:gd name="f389" fmla="*/ f294 f96 1"/>
              <a:gd name="f390" fmla="*/ f295 f97 1"/>
              <a:gd name="f391" fmla="*/ f296 f97 1"/>
              <a:gd name="f392" fmla="*/ f297 f97 1"/>
              <a:gd name="f393" fmla="*/ f298 f97 1"/>
              <a:gd name="f394" fmla="*/ f299 f96 1"/>
              <a:gd name="f395" fmla="*/ f300 f97 1"/>
              <a:gd name="f396" fmla="*/ f301 f97 1"/>
              <a:gd name="f397" fmla="*/ f302 f96 1"/>
              <a:gd name="f398" fmla="*/ f303 f97 1"/>
              <a:gd name="f399" fmla="*/ f304 f96 1"/>
              <a:gd name="f400" fmla="*/ f305 f97 1"/>
              <a:gd name="f401" fmla="*/ f306 f96 1"/>
              <a:gd name="f402" fmla="*/ f307 f97 1"/>
              <a:gd name="f403" fmla="*/ f308 f96 1"/>
              <a:gd name="f404" fmla="*/ f309 f97 1"/>
              <a:gd name="f405" fmla="*/ f310 f96 1"/>
              <a:gd name="f406" fmla="*/ f311 f97 1"/>
              <a:gd name="f407" fmla="*/ f312 f96 1"/>
              <a:gd name="f408" fmla="*/ f313 f97 1"/>
              <a:gd name="f409" fmla="*/ f314 f96 1"/>
              <a:gd name="f410" fmla="*/ f315 f97 1"/>
              <a:gd name="f411" fmla="*/ f316 f96 1"/>
              <a:gd name="f412" fmla="*/ f317 f97 1"/>
              <a:gd name="f413" fmla="*/ f318 f96 1"/>
              <a:gd name="f414" fmla="*/ f319 f97 1"/>
              <a:gd name="f415" fmla="*/ f320 f96 1"/>
              <a:gd name="f416" fmla="*/ f321 f97 1"/>
              <a:gd name="f417" fmla="*/ f322 f96 1"/>
              <a:gd name="f418" fmla="*/ f323 f97 1"/>
              <a:gd name="f419" fmla="*/ f324 f96 1"/>
              <a:gd name="f420" fmla="*/ f325 f97 1"/>
              <a:gd name="f421" fmla="*/ f326 f96 1"/>
              <a:gd name="f422" fmla="*/ f327 f97 1"/>
              <a:gd name="f423" fmla="*/ f328 f96 1"/>
              <a:gd name="f424" fmla="*/ f329 f97 1"/>
              <a:gd name="f425" fmla="*/ f330 f96 1"/>
              <a:gd name="f426" fmla="*/ f331 f97 1"/>
              <a:gd name="f427" fmla="*/ f332 f96 1"/>
              <a:gd name="f428" fmla="*/ f333 f97 1"/>
              <a:gd name="f429" fmla="*/ f334 f96 1"/>
              <a:gd name="f430" fmla="*/ f335 f97 1"/>
              <a:gd name="f431" fmla="*/ f336 f96 1"/>
              <a:gd name="f432" fmla="*/ f337 f97 1"/>
              <a:gd name="f433" fmla="*/ f338 f96 1"/>
              <a:gd name="f434" fmla="*/ f339 f97 1"/>
              <a:gd name="f435" fmla="*/ f340 f96 1"/>
              <a:gd name="f436" fmla="*/ f341 f97 1"/>
              <a:gd name="f437" fmla="*/ f342 f96 1"/>
              <a:gd name="f438" fmla="*/ f343 f97 1"/>
              <a:gd name="f439" fmla="*/ f344 f96 1"/>
              <a:gd name="f440" fmla="*/ f345 f97 1"/>
              <a:gd name="f441" fmla="*/ f346 f96 1"/>
              <a:gd name="f442" fmla="*/ f347 f96 1"/>
              <a:gd name="f443" fmla="*/ f348 f97 1"/>
              <a:gd name="f444" fmla="*/ f349 f96 1"/>
              <a:gd name="f445" fmla="*/ f350 f96 1"/>
              <a:gd name="f446" fmla="*/ f351 f96 1"/>
              <a:gd name="f447" fmla="*/ f352 f97 1"/>
              <a:gd name="f448" fmla="*/ f353 f96 1"/>
              <a:gd name="f449" fmla="*/ f354 f96 1"/>
              <a:gd name="f450" fmla="*/ f355 f97 1"/>
              <a:gd name="f451" fmla="*/ f356 f96 1"/>
              <a:gd name="f452" fmla="*/ f357 f97 1"/>
              <a:gd name="f453" fmla="*/ f358 f96 1"/>
              <a:gd name="f454" fmla="*/ f359 f97 1"/>
              <a:gd name="f455" fmla="*/ f360 f96 1"/>
              <a:gd name="f456" fmla="*/ f361 f97 1"/>
              <a:gd name="f457" fmla="*/ f362 f96 1"/>
              <a:gd name="f458" fmla="*/ f363 f97 1"/>
              <a:gd name="f459" fmla="*/ f364 f96 1"/>
              <a:gd name="f460" fmla="*/ f365 f97 1"/>
              <a:gd name="f461" fmla="*/ f366 f96 1"/>
              <a:gd name="f462" fmla="*/ f367 f97 1"/>
              <a:gd name="f463" fmla="*/ f368 f96 1"/>
              <a:gd name="f464" fmla="*/ f369 f97 1"/>
              <a:gd name="f465" fmla="*/ f370 f96 1"/>
              <a:gd name="f466" fmla="*/ f371 f97 1"/>
              <a:gd name="f467" fmla="*/ f372 f96 1"/>
              <a:gd name="f468" fmla="*/ f373 f97 1"/>
              <a:gd name="f469" fmla="*/ f374 f96 1"/>
              <a:gd name="f470" fmla="*/ f375 f96 1"/>
              <a:gd name="f471" fmla="*/ f376 f97 1"/>
              <a:gd name="f472" fmla="*/ f377 f96 1"/>
              <a:gd name="f473" fmla="*/ f378 f97 1"/>
              <a:gd name="f474" fmla="*/ f379 f96 1"/>
              <a:gd name="f475" fmla="*/ f380 f97 1"/>
              <a:gd name="f476" fmla="*/ f381 f96 1"/>
              <a:gd name="f477" fmla="*/ f382 f97 1"/>
              <a:gd name="f478" fmla="*/ f383 f96 1"/>
              <a:gd name="f479" fmla="*/ f384 f9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8">
                <a:pos x="f389" y="f390"/>
              </a:cxn>
              <a:cxn ang="f198">
                <a:pos x="f389" y="f391"/>
              </a:cxn>
              <a:cxn ang="f198">
                <a:pos x="f389" y="f392"/>
              </a:cxn>
              <a:cxn ang="f198">
                <a:pos x="f389" y="f393"/>
              </a:cxn>
              <a:cxn ang="f198">
                <a:pos x="f394" y="f393"/>
              </a:cxn>
              <a:cxn ang="f198">
                <a:pos x="f394" y="f395"/>
              </a:cxn>
              <a:cxn ang="f198">
                <a:pos x="f394" y="f391"/>
              </a:cxn>
              <a:cxn ang="f198">
                <a:pos x="f394" y="f396"/>
              </a:cxn>
              <a:cxn ang="f198">
                <a:pos x="f397" y="f398"/>
              </a:cxn>
              <a:cxn ang="f198">
                <a:pos x="f399" y="f400"/>
              </a:cxn>
              <a:cxn ang="f198">
                <a:pos x="f401" y="f402"/>
              </a:cxn>
              <a:cxn ang="f198">
                <a:pos x="f403" y="f404"/>
              </a:cxn>
              <a:cxn ang="f198">
                <a:pos x="f405" y="f406"/>
              </a:cxn>
              <a:cxn ang="f198">
                <a:pos x="f407" y="f408"/>
              </a:cxn>
              <a:cxn ang="f198">
                <a:pos x="f409" y="f410"/>
              </a:cxn>
              <a:cxn ang="f198">
                <a:pos x="f411" y="f412"/>
              </a:cxn>
              <a:cxn ang="f198">
                <a:pos x="f413" y="f414"/>
              </a:cxn>
              <a:cxn ang="f198">
                <a:pos x="f415" y="f416"/>
              </a:cxn>
              <a:cxn ang="f198">
                <a:pos x="f417" y="f418"/>
              </a:cxn>
              <a:cxn ang="f198">
                <a:pos x="f419" y="f420"/>
              </a:cxn>
              <a:cxn ang="f198">
                <a:pos x="f421" y="f422"/>
              </a:cxn>
              <a:cxn ang="f198">
                <a:pos x="f423" y="f424"/>
              </a:cxn>
              <a:cxn ang="f198">
                <a:pos x="f425" y="f426"/>
              </a:cxn>
              <a:cxn ang="f198">
                <a:pos x="f427" y="f428"/>
              </a:cxn>
              <a:cxn ang="f198">
                <a:pos x="f429" y="f430"/>
              </a:cxn>
              <a:cxn ang="f198">
                <a:pos x="f431" y="f432"/>
              </a:cxn>
              <a:cxn ang="f198">
                <a:pos x="f433" y="f434"/>
              </a:cxn>
              <a:cxn ang="f198">
                <a:pos x="f435" y="f436"/>
              </a:cxn>
              <a:cxn ang="f198">
                <a:pos x="f437" y="f438"/>
              </a:cxn>
              <a:cxn ang="f198">
                <a:pos x="f439" y="f440"/>
              </a:cxn>
              <a:cxn ang="f198">
                <a:pos x="f441" y="f440"/>
              </a:cxn>
              <a:cxn ang="f198">
                <a:pos x="f442" y="f443"/>
              </a:cxn>
              <a:cxn ang="f198">
                <a:pos x="f444" y="f440"/>
              </a:cxn>
              <a:cxn ang="f198">
                <a:pos x="f445" y="f438"/>
              </a:cxn>
              <a:cxn ang="f198">
                <a:pos x="f446" y="f447"/>
              </a:cxn>
              <a:cxn ang="f198">
                <a:pos x="f448" y="f434"/>
              </a:cxn>
              <a:cxn ang="f198">
                <a:pos x="f449" y="f450"/>
              </a:cxn>
              <a:cxn ang="f198">
                <a:pos x="f451" y="f452"/>
              </a:cxn>
              <a:cxn ang="f198">
                <a:pos x="f453" y="f454"/>
              </a:cxn>
              <a:cxn ang="f198">
                <a:pos x="f455" y="f456"/>
              </a:cxn>
              <a:cxn ang="f198">
                <a:pos x="f457" y="f458"/>
              </a:cxn>
              <a:cxn ang="f198">
                <a:pos x="f459" y="f460"/>
              </a:cxn>
              <a:cxn ang="f198">
                <a:pos x="f461" y="f462"/>
              </a:cxn>
              <a:cxn ang="f198">
                <a:pos x="f463" y="f464"/>
              </a:cxn>
              <a:cxn ang="f198">
                <a:pos x="f465" y="f466"/>
              </a:cxn>
              <a:cxn ang="f198">
                <a:pos x="f467" y="f468"/>
              </a:cxn>
              <a:cxn ang="f198">
                <a:pos x="f469" y="f414"/>
              </a:cxn>
              <a:cxn ang="f198">
                <a:pos x="f470" y="f471"/>
              </a:cxn>
              <a:cxn ang="f198">
                <a:pos x="f472" y="f473"/>
              </a:cxn>
              <a:cxn ang="f198">
                <a:pos x="f474" y="f475"/>
              </a:cxn>
              <a:cxn ang="f198">
                <a:pos x="f476" y="f477"/>
              </a:cxn>
              <a:cxn ang="f198">
                <a:pos x="f478" y="f479"/>
              </a:cxn>
            </a:cxnLst>
            <a:rect l="f385" t="f388" r="f386" b="f387"/>
            <a:pathLst>
              <a:path w="6053670" h="4903455">
                <a:moveTo>
                  <a:pt x="f6" y="f8"/>
                </a:moveTo>
                <a:lnTo>
                  <a:pt x="f6" y="f9"/>
                </a:lnTo>
                <a:lnTo>
                  <a:pt x="f6" y="f10"/>
                </a:lnTo>
                <a:lnTo>
                  <a:pt x="f6" y="f7"/>
                </a:lnTo>
                <a:lnTo>
                  <a:pt x="f5" y="f7"/>
                </a:lnTo>
                <a:lnTo>
                  <a:pt x="f5" y="f11"/>
                </a:lnTo>
                <a:lnTo>
                  <a:pt x="f5" y="f9"/>
                </a:lnTo>
                <a:lnTo>
                  <a:pt x="f5" y="f5"/>
                </a:lnTo>
                <a:lnTo>
                  <a:pt x="f12" y="f13"/>
                </a:lnTo>
                <a:lnTo>
                  <a:pt x="f14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5"/>
                </a:lnTo>
                <a:lnTo>
                  <a:pt x="f57" y="f58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72" y="f73"/>
                </a:lnTo>
                <a:lnTo>
                  <a:pt x="f74" y="f75"/>
                </a:lnTo>
                <a:lnTo>
                  <a:pt x="f76" y="f77"/>
                </a:lnTo>
                <a:lnTo>
                  <a:pt x="f78" y="f79"/>
                </a:lnTo>
                <a:lnTo>
                  <a:pt x="f80" y="f81"/>
                </a:lnTo>
                <a:lnTo>
                  <a:pt x="f82" y="f83"/>
                </a:lnTo>
                <a:lnTo>
                  <a:pt x="f84" y="f29"/>
                </a:lnTo>
                <a:lnTo>
                  <a:pt x="f85" y="f86"/>
                </a:lnTo>
                <a:lnTo>
                  <a:pt x="f87" y="f88"/>
                </a:lnTo>
                <a:lnTo>
                  <a:pt x="f89" y="f90"/>
                </a:lnTo>
                <a:lnTo>
                  <a:pt x="f91" y="f92"/>
                </a:lnTo>
                <a:lnTo>
                  <a:pt x="f93" y="f94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0E5C254-5E0F-4FA0-B9F3-DC8E1AEE4966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FCA5D9D-D879-4DCE-9E6D-F56E258DBBB8}"/>
              </a:ext>
            </a:extLst>
          </p:cNvPr>
          <p:cNvSpPr>
            <a:spLocks noMove="1" noResize="1"/>
          </p:cNvSpPr>
          <p:nvPr/>
        </p:nvSpPr>
        <p:spPr>
          <a:xfrm rot="15922474">
            <a:off x="5376763" y="1826073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B41A54C5-37E7-45DE-AB1D-3E20D3EFAB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9101" y="629262"/>
            <a:ext cx="6072777" cy="16223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hu-HU">
                <a:solidFill>
                  <a:srgbClr val="00B050"/>
                </a:solidFill>
              </a:rPr>
              <a:t>A projekt felépítése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D38FCBEE-19A6-452F-95EE-2F5077DED877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4BDE86B4-16B2-4424-A3A5-444B2774605D}"/>
              </a:ext>
            </a:extLst>
          </p:cNvPr>
          <p:cNvSpPr>
            <a:spLocks noMove="1" noResize="1"/>
          </p:cNvSpPr>
          <p:nvPr/>
        </p:nvSpPr>
        <p:spPr>
          <a:xfrm>
            <a:off x="0" y="2667003"/>
            <a:ext cx="4190996" cy="41909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gradFill>
            <a:gsLst>
              <a:gs pos="0">
                <a:srgbClr val="9B6BF2">
                  <a:alpha val="11000"/>
                </a:srgbClr>
              </a:gs>
              <a:gs pos="100000">
                <a:srgbClr val="9B6BF2">
                  <a:alpha val="10000"/>
                </a:srgbClr>
              </a:gs>
            </a:gsLst>
            <a:path path="circle">
              <a:fillToRect l="50000" t="50000" r="50000" b="50000"/>
            </a:path>
          </a:gra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9" name="Oval 21">
            <a:extLst>
              <a:ext uri="{FF2B5EF4-FFF2-40B4-BE49-F238E27FC236}">
                <a16:creationId xmlns:a16="http://schemas.microsoft.com/office/drawing/2014/main" id="{C840B7B2-9F3E-40CE-9D98-1CF694FF90A5}"/>
              </a:ext>
            </a:extLst>
          </p:cNvPr>
          <p:cNvSpPr>
            <a:spLocks noMove="1" noResize="1"/>
          </p:cNvSpPr>
          <p:nvPr/>
        </p:nvSpPr>
        <p:spPr>
          <a:xfrm>
            <a:off x="0" y="2895603"/>
            <a:ext cx="2362196" cy="2362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gradFill>
            <a:gsLst>
              <a:gs pos="0">
                <a:srgbClr val="9B6BF2">
                  <a:alpha val="8000"/>
                </a:srgbClr>
              </a:gs>
              <a:gs pos="100000">
                <a:srgbClr val="9B6BF2">
                  <a:alpha val="8000"/>
                </a:srgbClr>
              </a:gs>
            </a:gsLst>
            <a:path path="circle">
              <a:fillToRect l="50000" t="50000" r="50000" b="50000"/>
            </a:path>
          </a:gra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61116A10-BBE4-434C-AB38-EB53015003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9101" y="2418734"/>
            <a:ext cx="6072777" cy="3811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hu-HU">
                <a:solidFill>
                  <a:srgbClr val="FFFFFE"/>
                </a:solidFill>
              </a:rPr>
              <a:t>A fórum létrejöttéhez használtunk:</a:t>
            </a:r>
          </a:p>
          <a:p>
            <a:pPr lvl="0"/>
            <a:r>
              <a:rPr lang="hu-HU">
                <a:solidFill>
                  <a:srgbClr val="FFFFFE"/>
                </a:solidFill>
              </a:rPr>
              <a:t>-  Backend</a:t>
            </a:r>
          </a:p>
          <a:p>
            <a:pPr lvl="0"/>
            <a:r>
              <a:rPr lang="hu-HU">
                <a:solidFill>
                  <a:srgbClr val="FFFFFE"/>
                </a:solidFill>
              </a:rPr>
              <a:t>- Frontend</a:t>
            </a:r>
          </a:p>
          <a:p>
            <a:pPr lvl="0"/>
            <a:r>
              <a:rPr lang="hu-HU">
                <a:solidFill>
                  <a:srgbClr val="FFFFFE"/>
                </a:solidFill>
              </a:rPr>
              <a:t>-  Adatbázis</a:t>
            </a:r>
          </a:p>
        </p:txBody>
      </p:sp>
      <p:pic>
        <p:nvPicPr>
          <p:cNvPr id="11" name="Kép 4" descr="Az 5 leggyakoribb adatbázis-fejlesztési hiba | ITHub">
            <a:extLst>
              <a:ext uri="{FF2B5EF4-FFF2-40B4-BE49-F238E27FC236}">
                <a16:creationId xmlns:a16="http://schemas.microsoft.com/office/drawing/2014/main" id="{4C3BFB30-106E-40D1-8043-C5F83C240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225" y="840059"/>
            <a:ext cx="4125315" cy="2320491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12" name="Kép 3" descr="Frontend and Backend in Web Development | Board Infinity">
            <a:extLst>
              <a:ext uri="{FF2B5EF4-FFF2-40B4-BE49-F238E27FC236}">
                <a16:creationId xmlns:a16="http://schemas.microsoft.com/office/drawing/2014/main" id="{6148A349-8F75-4EE0-A827-EFE0D3FAE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225" y="3715033"/>
            <a:ext cx="4125315" cy="2320491"/>
          </a:xfrm>
          <a:prstGeom prst="rect">
            <a:avLst/>
          </a:prstGeom>
          <a:noFill/>
          <a:ln cap="rnd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949E325-A13F-4742-BC34-031B14933708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6A4C462D-AD77-4444-B738-3A0588E32ADD}"/>
              </a:ext>
            </a:extLst>
          </p:cNvPr>
          <p:cNvSpPr>
            <a:spLocks noMove="1" noResize="1"/>
          </p:cNvSpPr>
          <p:nvPr/>
        </p:nvSpPr>
        <p:spPr>
          <a:xfrm rot="15922474">
            <a:off x="3140478" y="1826073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4" name="Freeform: Shape 17">
            <a:extLst>
              <a:ext uri="{FF2B5EF4-FFF2-40B4-BE49-F238E27FC236}">
                <a16:creationId xmlns:a16="http://schemas.microsoft.com/office/drawing/2014/main" id="{E8579C5F-E744-4B26-AFFF-1F157A853830}"/>
              </a:ext>
            </a:extLst>
          </p:cNvPr>
          <p:cNvSpPr>
            <a:spLocks noMove="1" noResize="1"/>
          </p:cNvSpPr>
          <p:nvPr/>
        </p:nvSpPr>
        <p:spPr>
          <a:xfrm rot="16200004">
            <a:off x="5171974" y="-140863"/>
            <a:ext cx="6053666" cy="713973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053670"/>
              <a:gd name="f7" fmla="val 7139732"/>
              <a:gd name="f8" fmla="val 1098"/>
              <a:gd name="f9" fmla="val 1084479"/>
              <a:gd name="f10" fmla="val 1254558"/>
              <a:gd name="f11" fmla="val 1249853"/>
              <a:gd name="f12" fmla="val 35717"/>
              <a:gd name="f13" fmla="val 5488"/>
              <a:gd name="f14" fmla="val 140445"/>
              <a:gd name="f15" fmla="val 21641"/>
              <a:gd name="f16" fmla="val 216722"/>
              <a:gd name="f17" fmla="val 32932"/>
              <a:gd name="f18" fmla="val 307527"/>
              <a:gd name="f19" fmla="val 44850"/>
              <a:gd name="f20" fmla="val 415282"/>
              <a:gd name="f21" fmla="val 59121"/>
              <a:gd name="f22" fmla="val 534539"/>
              <a:gd name="f23" fmla="val 74175"/>
              <a:gd name="f24" fmla="val 668931"/>
              <a:gd name="f25" fmla="val 90014"/>
              <a:gd name="f26" fmla="val 815430"/>
              <a:gd name="f27" fmla="val 106794"/>
              <a:gd name="f28" fmla="val 974641"/>
              <a:gd name="f29" fmla="val 123574"/>
              <a:gd name="f30" fmla="val 1144144"/>
              <a:gd name="f31" fmla="val 140667"/>
              <a:gd name="f32" fmla="val 1326965"/>
              <a:gd name="f33" fmla="val 156506"/>
              <a:gd name="f34" fmla="val 1518261"/>
              <a:gd name="f35" fmla="val 171717"/>
              <a:gd name="f36" fmla="val 1720453"/>
              <a:gd name="f37" fmla="val 185518"/>
              <a:gd name="f38" fmla="val 1931121"/>
              <a:gd name="f39" fmla="val 198690"/>
              <a:gd name="f40" fmla="val 2150869"/>
              <a:gd name="f41" fmla="val 211079"/>
              <a:gd name="f42" fmla="val 2263467"/>
              <a:gd name="f43" fmla="val 215470"/>
              <a:gd name="f44" fmla="val 2378487"/>
              <a:gd name="f45" fmla="val 220332"/>
              <a:gd name="f46" fmla="val 2495323"/>
              <a:gd name="f47" fmla="val 224879"/>
              <a:gd name="f48" fmla="val 2612764"/>
              <a:gd name="f49" fmla="val 227859"/>
              <a:gd name="f50" fmla="val 2732627"/>
              <a:gd name="f51" fmla="val 230525"/>
              <a:gd name="f52" fmla="val 2853700"/>
              <a:gd name="f53" fmla="val 233348"/>
              <a:gd name="f54" fmla="val 2977195"/>
              <a:gd name="f55" fmla="val 235229"/>
              <a:gd name="f56" fmla="val 3101901"/>
              <a:gd name="f57" fmla="val 3227817"/>
              <a:gd name="f58" fmla="val 236170"/>
              <a:gd name="f59" fmla="val 3354944"/>
              <a:gd name="f60" fmla="val 3483887"/>
              <a:gd name="f61" fmla="val 3612830"/>
              <a:gd name="f62" fmla="val 231623"/>
              <a:gd name="f63" fmla="val 3743590"/>
              <a:gd name="f64" fmla="val 3875560"/>
              <a:gd name="f65" fmla="val 223938"/>
              <a:gd name="f66" fmla="val 4007530"/>
              <a:gd name="f67" fmla="val 219391"/>
              <a:gd name="f68" fmla="val 4140710"/>
              <a:gd name="f69" fmla="val 212961"/>
              <a:gd name="f70" fmla="val 4275102"/>
              <a:gd name="f71" fmla="val 205277"/>
              <a:gd name="f72" fmla="val 4410098"/>
              <a:gd name="f73" fmla="val 197907"/>
              <a:gd name="f74" fmla="val 4545096"/>
              <a:gd name="f75" fmla="val 188498"/>
              <a:gd name="f76" fmla="val 4681909"/>
              <a:gd name="f77" fmla="val 177207"/>
              <a:gd name="f78" fmla="val 4816905"/>
              <a:gd name="f79" fmla="val 165916"/>
              <a:gd name="f80" fmla="val 4954323"/>
              <a:gd name="f81" fmla="val 152899"/>
              <a:gd name="f82" fmla="val 5092347"/>
              <a:gd name="f83" fmla="val 138629"/>
              <a:gd name="f84" fmla="val 5228555"/>
              <a:gd name="f85" fmla="val 5366578"/>
              <a:gd name="f86" fmla="val 106010"/>
              <a:gd name="f87" fmla="val 5503997"/>
              <a:gd name="f88" fmla="val 87192"/>
              <a:gd name="f89" fmla="val 5642020"/>
              <a:gd name="f90" fmla="val 68530"/>
              <a:gd name="f91" fmla="val 5779438"/>
              <a:gd name="f92" fmla="val 46733"/>
              <a:gd name="f93" fmla="val 5916251"/>
              <a:gd name="f94" fmla="val 24464"/>
              <a:gd name="f95" fmla="+- 0 0 -90"/>
              <a:gd name="f96" fmla="*/ f3 1 6053670"/>
              <a:gd name="f97" fmla="*/ f4 1 7139732"/>
              <a:gd name="f98" fmla="val f5"/>
              <a:gd name="f99" fmla="val f6"/>
              <a:gd name="f100" fmla="val f7"/>
              <a:gd name="f101" fmla="*/ f95 f0 1"/>
              <a:gd name="f102" fmla="+- f100 0 f98"/>
              <a:gd name="f103" fmla="+- f99 0 f98"/>
              <a:gd name="f104" fmla="*/ f101 1 f2"/>
              <a:gd name="f105" fmla="*/ f103 1 6053670"/>
              <a:gd name="f106" fmla="*/ f102 1 7139732"/>
              <a:gd name="f107" fmla="*/ 6053670 f103 1"/>
              <a:gd name="f108" fmla="*/ 1098 f102 1"/>
              <a:gd name="f109" fmla="*/ 1084479 f102 1"/>
              <a:gd name="f110" fmla="*/ 1254558 f102 1"/>
              <a:gd name="f111" fmla="*/ 7139732 f102 1"/>
              <a:gd name="f112" fmla="*/ 0 f103 1"/>
              <a:gd name="f113" fmla="*/ 1249853 f102 1"/>
              <a:gd name="f114" fmla="*/ 0 f102 1"/>
              <a:gd name="f115" fmla="*/ 35717 f103 1"/>
              <a:gd name="f116" fmla="*/ 5488 f102 1"/>
              <a:gd name="f117" fmla="*/ 140445 f103 1"/>
              <a:gd name="f118" fmla="*/ 21641 f102 1"/>
              <a:gd name="f119" fmla="*/ 216722 f103 1"/>
              <a:gd name="f120" fmla="*/ 32932 f102 1"/>
              <a:gd name="f121" fmla="*/ 307527 f103 1"/>
              <a:gd name="f122" fmla="*/ 44850 f102 1"/>
              <a:gd name="f123" fmla="*/ 415282 f103 1"/>
              <a:gd name="f124" fmla="*/ 59121 f102 1"/>
              <a:gd name="f125" fmla="*/ 534539 f103 1"/>
              <a:gd name="f126" fmla="*/ 74175 f102 1"/>
              <a:gd name="f127" fmla="*/ 668931 f103 1"/>
              <a:gd name="f128" fmla="*/ 90014 f102 1"/>
              <a:gd name="f129" fmla="*/ 815430 f103 1"/>
              <a:gd name="f130" fmla="*/ 106794 f102 1"/>
              <a:gd name="f131" fmla="*/ 974641 f103 1"/>
              <a:gd name="f132" fmla="*/ 123574 f102 1"/>
              <a:gd name="f133" fmla="*/ 1144144 f103 1"/>
              <a:gd name="f134" fmla="*/ 140667 f102 1"/>
              <a:gd name="f135" fmla="*/ 1326965 f103 1"/>
              <a:gd name="f136" fmla="*/ 156506 f102 1"/>
              <a:gd name="f137" fmla="*/ 1518261 f103 1"/>
              <a:gd name="f138" fmla="*/ 171717 f102 1"/>
              <a:gd name="f139" fmla="*/ 1720453 f103 1"/>
              <a:gd name="f140" fmla="*/ 185518 f102 1"/>
              <a:gd name="f141" fmla="*/ 1931121 f103 1"/>
              <a:gd name="f142" fmla="*/ 198690 f102 1"/>
              <a:gd name="f143" fmla="*/ 2150869 f103 1"/>
              <a:gd name="f144" fmla="*/ 211079 f102 1"/>
              <a:gd name="f145" fmla="*/ 2263467 f103 1"/>
              <a:gd name="f146" fmla="*/ 215470 f102 1"/>
              <a:gd name="f147" fmla="*/ 2378487 f103 1"/>
              <a:gd name="f148" fmla="*/ 220332 f102 1"/>
              <a:gd name="f149" fmla="*/ 2495323 f103 1"/>
              <a:gd name="f150" fmla="*/ 224879 f102 1"/>
              <a:gd name="f151" fmla="*/ 2612764 f103 1"/>
              <a:gd name="f152" fmla="*/ 227859 f102 1"/>
              <a:gd name="f153" fmla="*/ 2732627 f103 1"/>
              <a:gd name="f154" fmla="*/ 230525 f102 1"/>
              <a:gd name="f155" fmla="*/ 2853700 f103 1"/>
              <a:gd name="f156" fmla="*/ 233348 f102 1"/>
              <a:gd name="f157" fmla="*/ 2977195 f103 1"/>
              <a:gd name="f158" fmla="*/ 235229 f102 1"/>
              <a:gd name="f159" fmla="*/ 3101901 f103 1"/>
              <a:gd name="f160" fmla="*/ 3227817 f103 1"/>
              <a:gd name="f161" fmla="*/ 236170 f102 1"/>
              <a:gd name="f162" fmla="*/ 3354944 f103 1"/>
              <a:gd name="f163" fmla="*/ 3483887 f103 1"/>
              <a:gd name="f164" fmla="*/ 3612830 f103 1"/>
              <a:gd name="f165" fmla="*/ 231623 f102 1"/>
              <a:gd name="f166" fmla="*/ 3743590 f103 1"/>
              <a:gd name="f167" fmla="*/ 3875560 f103 1"/>
              <a:gd name="f168" fmla="*/ 223938 f102 1"/>
              <a:gd name="f169" fmla="*/ 4007530 f103 1"/>
              <a:gd name="f170" fmla="*/ 219391 f102 1"/>
              <a:gd name="f171" fmla="*/ 4140710 f103 1"/>
              <a:gd name="f172" fmla="*/ 212961 f102 1"/>
              <a:gd name="f173" fmla="*/ 4275102 f103 1"/>
              <a:gd name="f174" fmla="*/ 205277 f102 1"/>
              <a:gd name="f175" fmla="*/ 4410098 f103 1"/>
              <a:gd name="f176" fmla="*/ 197907 f102 1"/>
              <a:gd name="f177" fmla="*/ 4545096 f103 1"/>
              <a:gd name="f178" fmla="*/ 188498 f102 1"/>
              <a:gd name="f179" fmla="*/ 4681909 f103 1"/>
              <a:gd name="f180" fmla="*/ 177207 f102 1"/>
              <a:gd name="f181" fmla="*/ 4816905 f103 1"/>
              <a:gd name="f182" fmla="*/ 165916 f102 1"/>
              <a:gd name="f183" fmla="*/ 4954323 f103 1"/>
              <a:gd name="f184" fmla="*/ 152899 f102 1"/>
              <a:gd name="f185" fmla="*/ 5092347 f103 1"/>
              <a:gd name="f186" fmla="*/ 138629 f102 1"/>
              <a:gd name="f187" fmla="*/ 5228555 f103 1"/>
              <a:gd name="f188" fmla="*/ 5366578 f103 1"/>
              <a:gd name="f189" fmla="*/ 106010 f102 1"/>
              <a:gd name="f190" fmla="*/ 5503997 f103 1"/>
              <a:gd name="f191" fmla="*/ 87192 f102 1"/>
              <a:gd name="f192" fmla="*/ 5642020 f103 1"/>
              <a:gd name="f193" fmla="*/ 68530 f102 1"/>
              <a:gd name="f194" fmla="*/ 5779438 f103 1"/>
              <a:gd name="f195" fmla="*/ 46733 f102 1"/>
              <a:gd name="f196" fmla="*/ 5916251 f103 1"/>
              <a:gd name="f197" fmla="*/ 24464 f102 1"/>
              <a:gd name="f198" fmla="+- f104 0 f1"/>
              <a:gd name="f199" fmla="*/ f107 1 6053670"/>
              <a:gd name="f200" fmla="*/ f108 1 7139732"/>
              <a:gd name="f201" fmla="*/ f109 1 7139732"/>
              <a:gd name="f202" fmla="*/ f110 1 7139732"/>
              <a:gd name="f203" fmla="*/ f111 1 7139732"/>
              <a:gd name="f204" fmla="*/ f112 1 6053670"/>
              <a:gd name="f205" fmla="*/ f113 1 7139732"/>
              <a:gd name="f206" fmla="*/ f114 1 7139732"/>
              <a:gd name="f207" fmla="*/ f115 1 6053670"/>
              <a:gd name="f208" fmla="*/ f116 1 7139732"/>
              <a:gd name="f209" fmla="*/ f117 1 6053670"/>
              <a:gd name="f210" fmla="*/ f118 1 7139732"/>
              <a:gd name="f211" fmla="*/ f119 1 6053670"/>
              <a:gd name="f212" fmla="*/ f120 1 7139732"/>
              <a:gd name="f213" fmla="*/ f121 1 6053670"/>
              <a:gd name="f214" fmla="*/ f122 1 7139732"/>
              <a:gd name="f215" fmla="*/ f123 1 6053670"/>
              <a:gd name="f216" fmla="*/ f124 1 7139732"/>
              <a:gd name="f217" fmla="*/ f125 1 6053670"/>
              <a:gd name="f218" fmla="*/ f126 1 7139732"/>
              <a:gd name="f219" fmla="*/ f127 1 6053670"/>
              <a:gd name="f220" fmla="*/ f128 1 7139732"/>
              <a:gd name="f221" fmla="*/ f129 1 6053670"/>
              <a:gd name="f222" fmla="*/ f130 1 7139732"/>
              <a:gd name="f223" fmla="*/ f131 1 6053670"/>
              <a:gd name="f224" fmla="*/ f132 1 7139732"/>
              <a:gd name="f225" fmla="*/ f133 1 6053670"/>
              <a:gd name="f226" fmla="*/ f134 1 7139732"/>
              <a:gd name="f227" fmla="*/ f135 1 6053670"/>
              <a:gd name="f228" fmla="*/ f136 1 7139732"/>
              <a:gd name="f229" fmla="*/ f137 1 6053670"/>
              <a:gd name="f230" fmla="*/ f138 1 7139732"/>
              <a:gd name="f231" fmla="*/ f139 1 6053670"/>
              <a:gd name="f232" fmla="*/ f140 1 7139732"/>
              <a:gd name="f233" fmla="*/ f141 1 6053670"/>
              <a:gd name="f234" fmla="*/ f142 1 7139732"/>
              <a:gd name="f235" fmla="*/ f143 1 6053670"/>
              <a:gd name="f236" fmla="*/ f144 1 7139732"/>
              <a:gd name="f237" fmla="*/ f145 1 6053670"/>
              <a:gd name="f238" fmla="*/ f146 1 7139732"/>
              <a:gd name="f239" fmla="*/ f147 1 6053670"/>
              <a:gd name="f240" fmla="*/ f148 1 7139732"/>
              <a:gd name="f241" fmla="*/ f149 1 6053670"/>
              <a:gd name="f242" fmla="*/ f150 1 7139732"/>
              <a:gd name="f243" fmla="*/ f151 1 6053670"/>
              <a:gd name="f244" fmla="*/ f152 1 7139732"/>
              <a:gd name="f245" fmla="*/ f153 1 6053670"/>
              <a:gd name="f246" fmla="*/ f154 1 7139732"/>
              <a:gd name="f247" fmla="*/ f155 1 6053670"/>
              <a:gd name="f248" fmla="*/ f156 1 7139732"/>
              <a:gd name="f249" fmla="*/ f157 1 6053670"/>
              <a:gd name="f250" fmla="*/ f158 1 7139732"/>
              <a:gd name="f251" fmla="*/ f159 1 6053670"/>
              <a:gd name="f252" fmla="*/ f160 1 6053670"/>
              <a:gd name="f253" fmla="*/ f161 1 7139732"/>
              <a:gd name="f254" fmla="*/ f162 1 6053670"/>
              <a:gd name="f255" fmla="*/ f163 1 6053670"/>
              <a:gd name="f256" fmla="*/ f164 1 6053670"/>
              <a:gd name="f257" fmla="*/ f165 1 7139732"/>
              <a:gd name="f258" fmla="*/ f166 1 6053670"/>
              <a:gd name="f259" fmla="*/ f167 1 6053670"/>
              <a:gd name="f260" fmla="*/ f168 1 7139732"/>
              <a:gd name="f261" fmla="*/ f169 1 6053670"/>
              <a:gd name="f262" fmla="*/ f170 1 7139732"/>
              <a:gd name="f263" fmla="*/ f171 1 6053670"/>
              <a:gd name="f264" fmla="*/ f172 1 7139732"/>
              <a:gd name="f265" fmla="*/ f173 1 6053670"/>
              <a:gd name="f266" fmla="*/ f174 1 7139732"/>
              <a:gd name="f267" fmla="*/ f175 1 6053670"/>
              <a:gd name="f268" fmla="*/ f176 1 7139732"/>
              <a:gd name="f269" fmla="*/ f177 1 6053670"/>
              <a:gd name="f270" fmla="*/ f178 1 7139732"/>
              <a:gd name="f271" fmla="*/ f179 1 6053670"/>
              <a:gd name="f272" fmla="*/ f180 1 7139732"/>
              <a:gd name="f273" fmla="*/ f181 1 6053670"/>
              <a:gd name="f274" fmla="*/ f182 1 7139732"/>
              <a:gd name="f275" fmla="*/ f183 1 6053670"/>
              <a:gd name="f276" fmla="*/ f184 1 7139732"/>
              <a:gd name="f277" fmla="*/ f185 1 6053670"/>
              <a:gd name="f278" fmla="*/ f186 1 7139732"/>
              <a:gd name="f279" fmla="*/ f187 1 6053670"/>
              <a:gd name="f280" fmla="*/ f188 1 6053670"/>
              <a:gd name="f281" fmla="*/ f189 1 7139732"/>
              <a:gd name="f282" fmla="*/ f190 1 6053670"/>
              <a:gd name="f283" fmla="*/ f191 1 7139732"/>
              <a:gd name="f284" fmla="*/ f192 1 6053670"/>
              <a:gd name="f285" fmla="*/ f193 1 7139732"/>
              <a:gd name="f286" fmla="*/ f194 1 6053670"/>
              <a:gd name="f287" fmla="*/ f195 1 7139732"/>
              <a:gd name="f288" fmla="*/ f196 1 6053670"/>
              <a:gd name="f289" fmla="*/ f197 1 7139732"/>
              <a:gd name="f290" fmla="*/ f98 1 f105"/>
              <a:gd name="f291" fmla="*/ f99 1 f105"/>
              <a:gd name="f292" fmla="*/ f98 1 f106"/>
              <a:gd name="f293" fmla="*/ f100 1 f106"/>
              <a:gd name="f294" fmla="*/ f199 1 f105"/>
              <a:gd name="f295" fmla="*/ f200 1 f106"/>
              <a:gd name="f296" fmla="*/ f201 1 f106"/>
              <a:gd name="f297" fmla="*/ f202 1 f106"/>
              <a:gd name="f298" fmla="*/ f203 1 f106"/>
              <a:gd name="f299" fmla="*/ f204 1 f105"/>
              <a:gd name="f300" fmla="*/ f205 1 f106"/>
              <a:gd name="f301" fmla="*/ f206 1 f106"/>
              <a:gd name="f302" fmla="*/ f207 1 f105"/>
              <a:gd name="f303" fmla="*/ f208 1 f106"/>
              <a:gd name="f304" fmla="*/ f209 1 f105"/>
              <a:gd name="f305" fmla="*/ f210 1 f106"/>
              <a:gd name="f306" fmla="*/ f211 1 f105"/>
              <a:gd name="f307" fmla="*/ f212 1 f106"/>
              <a:gd name="f308" fmla="*/ f213 1 f105"/>
              <a:gd name="f309" fmla="*/ f214 1 f106"/>
              <a:gd name="f310" fmla="*/ f215 1 f105"/>
              <a:gd name="f311" fmla="*/ f216 1 f106"/>
              <a:gd name="f312" fmla="*/ f217 1 f105"/>
              <a:gd name="f313" fmla="*/ f218 1 f106"/>
              <a:gd name="f314" fmla="*/ f219 1 f105"/>
              <a:gd name="f315" fmla="*/ f220 1 f106"/>
              <a:gd name="f316" fmla="*/ f221 1 f105"/>
              <a:gd name="f317" fmla="*/ f222 1 f106"/>
              <a:gd name="f318" fmla="*/ f223 1 f105"/>
              <a:gd name="f319" fmla="*/ f224 1 f106"/>
              <a:gd name="f320" fmla="*/ f225 1 f105"/>
              <a:gd name="f321" fmla="*/ f226 1 f106"/>
              <a:gd name="f322" fmla="*/ f227 1 f105"/>
              <a:gd name="f323" fmla="*/ f228 1 f106"/>
              <a:gd name="f324" fmla="*/ f229 1 f105"/>
              <a:gd name="f325" fmla="*/ f230 1 f106"/>
              <a:gd name="f326" fmla="*/ f231 1 f105"/>
              <a:gd name="f327" fmla="*/ f232 1 f106"/>
              <a:gd name="f328" fmla="*/ f233 1 f105"/>
              <a:gd name="f329" fmla="*/ f234 1 f106"/>
              <a:gd name="f330" fmla="*/ f235 1 f105"/>
              <a:gd name="f331" fmla="*/ f236 1 f106"/>
              <a:gd name="f332" fmla="*/ f237 1 f105"/>
              <a:gd name="f333" fmla="*/ f238 1 f106"/>
              <a:gd name="f334" fmla="*/ f239 1 f105"/>
              <a:gd name="f335" fmla="*/ f240 1 f106"/>
              <a:gd name="f336" fmla="*/ f241 1 f105"/>
              <a:gd name="f337" fmla="*/ f242 1 f106"/>
              <a:gd name="f338" fmla="*/ f243 1 f105"/>
              <a:gd name="f339" fmla="*/ f244 1 f106"/>
              <a:gd name="f340" fmla="*/ f245 1 f105"/>
              <a:gd name="f341" fmla="*/ f246 1 f106"/>
              <a:gd name="f342" fmla="*/ f247 1 f105"/>
              <a:gd name="f343" fmla="*/ f248 1 f106"/>
              <a:gd name="f344" fmla="*/ f249 1 f105"/>
              <a:gd name="f345" fmla="*/ f250 1 f106"/>
              <a:gd name="f346" fmla="*/ f251 1 f105"/>
              <a:gd name="f347" fmla="*/ f252 1 f105"/>
              <a:gd name="f348" fmla="*/ f253 1 f106"/>
              <a:gd name="f349" fmla="*/ f254 1 f105"/>
              <a:gd name="f350" fmla="*/ f255 1 f105"/>
              <a:gd name="f351" fmla="*/ f256 1 f105"/>
              <a:gd name="f352" fmla="*/ f257 1 f106"/>
              <a:gd name="f353" fmla="*/ f258 1 f105"/>
              <a:gd name="f354" fmla="*/ f259 1 f105"/>
              <a:gd name="f355" fmla="*/ f260 1 f106"/>
              <a:gd name="f356" fmla="*/ f261 1 f105"/>
              <a:gd name="f357" fmla="*/ f262 1 f106"/>
              <a:gd name="f358" fmla="*/ f263 1 f105"/>
              <a:gd name="f359" fmla="*/ f264 1 f106"/>
              <a:gd name="f360" fmla="*/ f265 1 f105"/>
              <a:gd name="f361" fmla="*/ f266 1 f106"/>
              <a:gd name="f362" fmla="*/ f267 1 f105"/>
              <a:gd name="f363" fmla="*/ f268 1 f106"/>
              <a:gd name="f364" fmla="*/ f269 1 f105"/>
              <a:gd name="f365" fmla="*/ f270 1 f106"/>
              <a:gd name="f366" fmla="*/ f271 1 f105"/>
              <a:gd name="f367" fmla="*/ f272 1 f106"/>
              <a:gd name="f368" fmla="*/ f273 1 f105"/>
              <a:gd name="f369" fmla="*/ f274 1 f106"/>
              <a:gd name="f370" fmla="*/ f275 1 f105"/>
              <a:gd name="f371" fmla="*/ f276 1 f106"/>
              <a:gd name="f372" fmla="*/ f277 1 f105"/>
              <a:gd name="f373" fmla="*/ f278 1 f106"/>
              <a:gd name="f374" fmla="*/ f279 1 f105"/>
              <a:gd name="f375" fmla="*/ f280 1 f105"/>
              <a:gd name="f376" fmla="*/ f281 1 f106"/>
              <a:gd name="f377" fmla="*/ f282 1 f105"/>
              <a:gd name="f378" fmla="*/ f283 1 f106"/>
              <a:gd name="f379" fmla="*/ f284 1 f105"/>
              <a:gd name="f380" fmla="*/ f285 1 f106"/>
              <a:gd name="f381" fmla="*/ f286 1 f105"/>
              <a:gd name="f382" fmla="*/ f287 1 f106"/>
              <a:gd name="f383" fmla="*/ f288 1 f105"/>
              <a:gd name="f384" fmla="*/ f289 1 f106"/>
              <a:gd name="f385" fmla="*/ f290 f96 1"/>
              <a:gd name="f386" fmla="*/ f291 f96 1"/>
              <a:gd name="f387" fmla="*/ f293 f97 1"/>
              <a:gd name="f388" fmla="*/ f292 f97 1"/>
              <a:gd name="f389" fmla="*/ f294 f96 1"/>
              <a:gd name="f390" fmla="*/ f295 f97 1"/>
              <a:gd name="f391" fmla="*/ f296 f97 1"/>
              <a:gd name="f392" fmla="*/ f297 f97 1"/>
              <a:gd name="f393" fmla="*/ f298 f97 1"/>
              <a:gd name="f394" fmla="*/ f299 f96 1"/>
              <a:gd name="f395" fmla="*/ f300 f97 1"/>
              <a:gd name="f396" fmla="*/ f301 f97 1"/>
              <a:gd name="f397" fmla="*/ f302 f96 1"/>
              <a:gd name="f398" fmla="*/ f303 f97 1"/>
              <a:gd name="f399" fmla="*/ f304 f96 1"/>
              <a:gd name="f400" fmla="*/ f305 f97 1"/>
              <a:gd name="f401" fmla="*/ f306 f96 1"/>
              <a:gd name="f402" fmla="*/ f307 f97 1"/>
              <a:gd name="f403" fmla="*/ f308 f96 1"/>
              <a:gd name="f404" fmla="*/ f309 f97 1"/>
              <a:gd name="f405" fmla="*/ f310 f96 1"/>
              <a:gd name="f406" fmla="*/ f311 f97 1"/>
              <a:gd name="f407" fmla="*/ f312 f96 1"/>
              <a:gd name="f408" fmla="*/ f313 f97 1"/>
              <a:gd name="f409" fmla="*/ f314 f96 1"/>
              <a:gd name="f410" fmla="*/ f315 f97 1"/>
              <a:gd name="f411" fmla="*/ f316 f96 1"/>
              <a:gd name="f412" fmla="*/ f317 f97 1"/>
              <a:gd name="f413" fmla="*/ f318 f96 1"/>
              <a:gd name="f414" fmla="*/ f319 f97 1"/>
              <a:gd name="f415" fmla="*/ f320 f96 1"/>
              <a:gd name="f416" fmla="*/ f321 f97 1"/>
              <a:gd name="f417" fmla="*/ f322 f96 1"/>
              <a:gd name="f418" fmla="*/ f323 f97 1"/>
              <a:gd name="f419" fmla="*/ f324 f96 1"/>
              <a:gd name="f420" fmla="*/ f325 f97 1"/>
              <a:gd name="f421" fmla="*/ f326 f96 1"/>
              <a:gd name="f422" fmla="*/ f327 f97 1"/>
              <a:gd name="f423" fmla="*/ f328 f96 1"/>
              <a:gd name="f424" fmla="*/ f329 f97 1"/>
              <a:gd name="f425" fmla="*/ f330 f96 1"/>
              <a:gd name="f426" fmla="*/ f331 f97 1"/>
              <a:gd name="f427" fmla="*/ f332 f96 1"/>
              <a:gd name="f428" fmla="*/ f333 f97 1"/>
              <a:gd name="f429" fmla="*/ f334 f96 1"/>
              <a:gd name="f430" fmla="*/ f335 f97 1"/>
              <a:gd name="f431" fmla="*/ f336 f96 1"/>
              <a:gd name="f432" fmla="*/ f337 f97 1"/>
              <a:gd name="f433" fmla="*/ f338 f96 1"/>
              <a:gd name="f434" fmla="*/ f339 f97 1"/>
              <a:gd name="f435" fmla="*/ f340 f96 1"/>
              <a:gd name="f436" fmla="*/ f341 f97 1"/>
              <a:gd name="f437" fmla="*/ f342 f96 1"/>
              <a:gd name="f438" fmla="*/ f343 f97 1"/>
              <a:gd name="f439" fmla="*/ f344 f96 1"/>
              <a:gd name="f440" fmla="*/ f345 f97 1"/>
              <a:gd name="f441" fmla="*/ f346 f96 1"/>
              <a:gd name="f442" fmla="*/ f347 f96 1"/>
              <a:gd name="f443" fmla="*/ f348 f97 1"/>
              <a:gd name="f444" fmla="*/ f349 f96 1"/>
              <a:gd name="f445" fmla="*/ f350 f96 1"/>
              <a:gd name="f446" fmla="*/ f351 f96 1"/>
              <a:gd name="f447" fmla="*/ f352 f97 1"/>
              <a:gd name="f448" fmla="*/ f353 f96 1"/>
              <a:gd name="f449" fmla="*/ f354 f96 1"/>
              <a:gd name="f450" fmla="*/ f355 f97 1"/>
              <a:gd name="f451" fmla="*/ f356 f96 1"/>
              <a:gd name="f452" fmla="*/ f357 f97 1"/>
              <a:gd name="f453" fmla="*/ f358 f96 1"/>
              <a:gd name="f454" fmla="*/ f359 f97 1"/>
              <a:gd name="f455" fmla="*/ f360 f96 1"/>
              <a:gd name="f456" fmla="*/ f361 f97 1"/>
              <a:gd name="f457" fmla="*/ f362 f96 1"/>
              <a:gd name="f458" fmla="*/ f363 f97 1"/>
              <a:gd name="f459" fmla="*/ f364 f96 1"/>
              <a:gd name="f460" fmla="*/ f365 f97 1"/>
              <a:gd name="f461" fmla="*/ f366 f96 1"/>
              <a:gd name="f462" fmla="*/ f367 f97 1"/>
              <a:gd name="f463" fmla="*/ f368 f96 1"/>
              <a:gd name="f464" fmla="*/ f369 f97 1"/>
              <a:gd name="f465" fmla="*/ f370 f96 1"/>
              <a:gd name="f466" fmla="*/ f371 f97 1"/>
              <a:gd name="f467" fmla="*/ f372 f96 1"/>
              <a:gd name="f468" fmla="*/ f373 f97 1"/>
              <a:gd name="f469" fmla="*/ f374 f96 1"/>
              <a:gd name="f470" fmla="*/ f375 f96 1"/>
              <a:gd name="f471" fmla="*/ f376 f97 1"/>
              <a:gd name="f472" fmla="*/ f377 f96 1"/>
              <a:gd name="f473" fmla="*/ f378 f97 1"/>
              <a:gd name="f474" fmla="*/ f379 f96 1"/>
              <a:gd name="f475" fmla="*/ f380 f97 1"/>
              <a:gd name="f476" fmla="*/ f381 f96 1"/>
              <a:gd name="f477" fmla="*/ f382 f97 1"/>
              <a:gd name="f478" fmla="*/ f383 f96 1"/>
              <a:gd name="f479" fmla="*/ f384 f9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8">
                <a:pos x="f389" y="f390"/>
              </a:cxn>
              <a:cxn ang="f198">
                <a:pos x="f389" y="f391"/>
              </a:cxn>
              <a:cxn ang="f198">
                <a:pos x="f389" y="f392"/>
              </a:cxn>
              <a:cxn ang="f198">
                <a:pos x="f389" y="f393"/>
              </a:cxn>
              <a:cxn ang="f198">
                <a:pos x="f394" y="f393"/>
              </a:cxn>
              <a:cxn ang="f198">
                <a:pos x="f394" y="f395"/>
              </a:cxn>
              <a:cxn ang="f198">
                <a:pos x="f394" y="f391"/>
              </a:cxn>
              <a:cxn ang="f198">
                <a:pos x="f394" y="f396"/>
              </a:cxn>
              <a:cxn ang="f198">
                <a:pos x="f397" y="f398"/>
              </a:cxn>
              <a:cxn ang="f198">
                <a:pos x="f399" y="f400"/>
              </a:cxn>
              <a:cxn ang="f198">
                <a:pos x="f401" y="f402"/>
              </a:cxn>
              <a:cxn ang="f198">
                <a:pos x="f403" y="f404"/>
              </a:cxn>
              <a:cxn ang="f198">
                <a:pos x="f405" y="f406"/>
              </a:cxn>
              <a:cxn ang="f198">
                <a:pos x="f407" y="f408"/>
              </a:cxn>
              <a:cxn ang="f198">
                <a:pos x="f409" y="f410"/>
              </a:cxn>
              <a:cxn ang="f198">
                <a:pos x="f411" y="f412"/>
              </a:cxn>
              <a:cxn ang="f198">
                <a:pos x="f413" y="f414"/>
              </a:cxn>
              <a:cxn ang="f198">
                <a:pos x="f415" y="f416"/>
              </a:cxn>
              <a:cxn ang="f198">
                <a:pos x="f417" y="f418"/>
              </a:cxn>
              <a:cxn ang="f198">
                <a:pos x="f419" y="f420"/>
              </a:cxn>
              <a:cxn ang="f198">
                <a:pos x="f421" y="f422"/>
              </a:cxn>
              <a:cxn ang="f198">
                <a:pos x="f423" y="f424"/>
              </a:cxn>
              <a:cxn ang="f198">
                <a:pos x="f425" y="f426"/>
              </a:cxn>
              <a:cxn ang="f198">
                <a:pos x="f427" y="f428"/>
              </a:cxn>
              <a:cxn ang="f198">
                <a:pos x="f429" y="f430"/>
              </a:cxn>
              <a:cxn ang="f198">
                <a:pos x="f431" y="f432"/>
              </a:cxn>
              <a:cxn ang="f198">
                <a:pos x="f433" y="f434"/>
              </a:cxn>
              <a:cxn ang="f198">
                <a:pos x="f435" y="f436"/>
              </a:cxn>
              <a:cxn ang="f198">
                <a:pos x="f437" y="f438"/>
              </a:cxn>
              <a:cxn ang="f198">
                <a:pos x="f439" y="f440"/>
              </a:cxn>
              <a:cxn ang="f198">
                <a:pos x="f441" y="f440"/>
              </a:cxn>
              <a:cxn ang="f198">
                <a:pos x="f442" y="f443"/>
              </a:cxn>
              <a:cxn ang="f198">
                <a:pos x="f444" y="f440"/>
              </a:cxn>
              <a:cxn ang="f198">
                <a:pos x="f445" y="f438"/>
              </a:cxn>
              <a:cxn ang="f198">
                <a:pos x="f446" y="f447"/>
              </a:cxn>
              <a:cxn ang="f198">
                <a:pos x="f448" y="f434"/>
              </a:cxn>
              <a:cxn ang="f198">
                <a:pos x="f449" y="f450"/>
              </a:cxn>
              <a:cxn ang="f198">
                <a:pos x="f451" y="f452"/>
              </a:cxn>
              <a:cxn ang="f198">
                <a:pos x="f453" y="f454"/>
              </a:cxn>
              <a:cxn ang="f198">
                <a:pos x="f455" y="f456"/>
              </a:cxn>
              <a:cxn ang="f198">
                <a:pos x="f457" y="f458"/>
              </a:cxn>
              <a:cxn ang="f198">
                <a:pos x="f459" y="f460"/>
              </a:cxn>
              <a:cxn ang="f198">
                <a:pos x="f461" y="f462"/>
              </a:cxn>
              <a:cxn ang="f198">
                <a:pos x="f463" y="f464"/>
              </a:cxn>
              <a:cxn ang="f198">
                <a:pos x="f465" y="f466"/>
              </a:cxn>
              <a:cxn ang="f198">
                <a:pos x="f467" y="f468"/>
              </a:cxn>
              <a:cxn ang="f198">
                <a:pos x="f469" y="f414"/>
              </a:cxn>
              <a:cxn ang="f198">
                <a:pos x="f470" y="f471"/>
              </a:cxn>
              <a:cxn ang="f198">
                <a:pos x="f472" y="f473"/>
              </a:cxn>
              <a:cxn ang="f198">
                <a:pos x="f474" y="f475"/>
              </a:cxn>
              <a:cxn ang="f198">
                <a:pos x="f476" y="f477"/>
              </a:cxn>
              <a:cxn ang="f198">
                <a:pos x="f478" y="f479"/>
              </a:cxn>
            </a:cxnLst>
            <a:rect l="f385" t="f388" r="f386" b="f387"/>
            <a:pathLst>
              <a:path w="6053670" h="7139732">
                <a:moveTo>
                  <a:pt x="f6" y="f8"/>
                </a:moveTo>
                <a:lnTo>
                  <a:pt x="f6" y="f9"/>
                </a:lnTo>
                <a:lnTo>
                  <a:pt x="f6" y="f10"/>
                </a:lnTo>
                <a:lnTo>
                  <a:pt x="f6" y="f7"/>
                </a:lnTo>
                <a:lnTo>
                  <a:pt x="f5" y="f7"/>
                </a:lnTo>
                <a:lnTo>
                  <a:pt x="f5" y="f11"/>
                </a:lnTo>
                <a:lnTo>
                  <a:pt x="f5" y="f9"/>
                </a:lnTo>
                <a:lnTo>
                  <a:pt x="f5" y="f5"/>
                </a:lnTo>
                <a:lnTo>
                  <a:pt x="f12" y="f13"/>
                </a:lnTo>
                <a:lnTo>
                  <a:pt x="f14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5"/>
                </a:lnTo>
                <a:lnTo>
                  <a:pt x="f57" y="f58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72" y="f73"/>
                </a:lnTo>
                <a:lnTo>
                  <a:pt x="f74" y="f75"/>
                </a:lnTo>
                <a:lnTo>
                  <a:pt x="f76" y="f77"/>
                </a:lnTo>
                <a:lnTo>
                  <a:pt x="f78" y="f79"/>
                </a:lnTo>
                <a:lnTo>
                  <a:pt x="f80" y="f81"/>
                </a:lnTo>
                <a:lnTo>
                  <a:pt x="f82" y="f83"/>
                </a:lnTo>
                <a:lnTo>
                  <a:pt x="f84" y="f29"/>
                </a:lnTo>
                <a:lnTo>
                  <a:pt x="f85" y="f86"/>
                </a:lnTo>
                <a:lnTo>
                  <a:pt x="f87" y="f88"/>
                </a:lnTo>
                <a:lnTo>
                  <a:pt x="f89" y="f90"/>
                </a:lnTo>
                <a:lnTo>
                  <a:pt x="f91" y="f92"/>
                </a:lnTo>
                <a:lnTo>
                  <a:pt x="f93" y="f94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C02EE91-4F0C-4710-98E4-D6313E5D44E2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813E5F74-5CD4-421A-87A1-82F2811A73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2942210" cy="10202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hu-HU">
                <a:solidFill>
                  <a:srgbClr val="FFFFFE"/>
                </a:solidFill>
              </a:rPr>
              <a:t>Github</a:t>
            </a: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3ACDAAB5-70CC-4467-B83C-80D375846BA8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43839F-DF8B-4034-9356-4F5E82D49BD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54951" y="2120895"/>
            <a:ext cx="3133721" cy="38989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>
                <a:solidFill>
                  <a:srgbClr val="FFFFFE"/>
                </a:solidFill>
              </a:rPr>
              <a:t>4 branch</a:t>
            </a:r>
          </a:p>
        </p:txBody>
      </p:sp>
      <p:pic>
        <p:nvPicPr>
          <p:cNvPr id="9" name="Kép 4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604E8984-6366-408F-B162-5D670A4F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411" y="1393353"/>
            <a:ext cx="4408258" cy="1095158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10" name="Tartalom helye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437726F7-438B-48DC-A79A-56788803C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402" y="2491493"/>
            <a:ext cx="4408258" cy="1873815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11" name="Kép 5" descr="A képen szöveg, képernyőkép, sor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CABB02D8-B326-4627-AF85-297A1241A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411" y="4392658"/>
            <a:ext cx="4658776" cy="787847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12" name="Kép 6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6DDA70BE-5696-4936-9B2C-4112908E8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2402" y="5239758"/>
            <a:ext cx="4658776" cy="1567555"/>
          </a:xfrm>
          <a:prstGeom prst="rect">
            <a:avLst/>
          </a:prstGeom>
          <a:noFill/>
          <a:ln cap="rnd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rtalom helye 3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9F89BF21-8957-4202-B579-4F2F995F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4019"/>
          <a:stretch>
            <a:fillRect/>
          </a:stretch>
        </p:blipFill>
        <p:spPr>
          <a:xfrm>
            <a:off x="477088" y="466161"/>
            <a:ext cx="11237829" cy="3937497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3" name="Freeform 16">
            <a:extLst>
              <a:ext uri="{FF2B5EF4-FFF2-40B4-BE49-F238E27FC236}">
                <a16:creationId xmlns:a16="http://schemas.microsoft.com/office/drawing/2014/main" id="{A8471060-4D5B-4394-A5BB-DD8011E02BC1}"/>
              </a:ext>
            </a:extLst>
          </p:cNvPr>
          <p:cNvSpPr>
            <a:spLocks noMove="1" noResize="1"/>
          </p:cNvSpPr>
          <p:nvPr/>
        </p:nvSpPr>
        <p:spPr>
          <a:xfrm>
            <a:off x="8242858" y="3128070"/>
            <a:ext cx="3472059" cy="82593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72060"/>
              <a:gd name="f7" fmla="val 825932"/>
              <a:gd name="f8" fmla="val 3470310"/>
              <a:gd name="f9" fmla="val 12850"/>
              <a:gd name="f10" fmla="val 480529"/>
              <a:gd name="f11" fmla="val 3363699"/>
              <a:gd name="f12" fmla="val 498471"/>
              <a:gd name="f13" fmla="val 2435623"/>
              <a:gd name="f14" fmla="val 645518"/>
              <a:gd name="f15" fmla="val 603076"/>
              <a:gd name="f16" fmla="val 844866"/>
              <a:gd name="f17" fmla="val 42060"/>
              <a:gd name="f18" fmla="val 824486"/>
              <a:gd name="f19" fmla="val 28151"/>
              <a:gd name="f20" fmla="val 802425"/>
              <a:gd name="f21" fmla="val 13909"/>
              <a:gd name="f22" fmla="val 780513"/>
              <a:gd name="f23" fmla="val 758452"/>
              <a:gd name="f24" fmla="val 188014"/>
              <a:gd name="f25" fmla="val 735602"/>
              <a:gd name="f26" fmla="val 284087"/>
              <a:gd name="f27" fmla="val 722590"/>
              <a:gd name="f28" fmla="val 382288"/>
              <a:gd name="f29" fmla="val 709392"/>
              <a:gd name="f30" fmla="val 481858"/>
              <a:gd name="f31" fmla="val 695774"/>
              <a:gd name="f32" fmla="val 581897"/>
              <a:gd name="f33" fmla="val 680711"/>
              <a:gd name="f34" fmla="val 683670"/>
              <a:gd name="f35" fmla="val 665256"/>
              <a:gd name="f36" fmla="val 787206"/>
              <a:gd name="f37" fmla="val 649587"/>
              <a:gd name="f38" fmla="val 892019"/>
              <a:gd name="f39" fmla="val 632968"/>
              <a:gd name="f40" fmla="val 997620"/>
              <a:gd name="f41" fmla="val 614667"/>
              <a:gd name="f42" fmla="val 1104727"/>
              <a:gd name="f43" fmla="val 596741"/>
              <a:gd name="f44" fmla="val 1212669"/>
              <a:gd name="f45" fmla="val 577397"/>
              <a:gd name="f46" fmla="val 1321506"/>
              <a:gd name="f47" fmla="val 556988"/>
              <a:gd name="f48" fmla="val 1430709"/>
              <a:gd name="f49" fmla="val 536607"/>
              <a:gd name="f50" fmla="val 1541050"/>
              <a:gd name="f51" fmla="val 514481"/>
              <a:gd name="f52" fmla="val 1652805"/>
              <a:gd name="f53" fmla="val 492202"/>
              <a:gd name="f54" fmla="val 1763708"/>
              <a:gd name="f55" fmla="val 469161"/>
              <a:gd name="f56" fmla="val 1875795"/>
              <a:gd name="f57" fmla="val 444641"/>
              <a:gd name="f58" fmla="val 1989128"/>
              <a:gd name="f59" fmla="val 418995"/>
              <a:gd name="f60" fmla="val 2102476"/>
              <a:gd name="f61" fmla="val 393438"/>
              <a:gd name="f62" fmla="val 2215549"/>
              <a:gd name="f63" fmla="val 366291"/>
              <a:gd name="f64" fmla="val 2330490"/>
              <a:gd name="f65" fmla="val 337455"/>
              <a:gd name="f66" fmla="val 2443333"/>
              <a:gd name="f67" fmla="val 308983"/>
              <a:gd name="f68" fmla="val 2558014"/>
              <a:gd name="f69" fmla="val 278646"/>
              <a:gd name="f70" fmla="val 2673621"/>
              <a:gd name="f71" fmla="val 247421"/>
              <a:gd name="f72" fmla="val 2787008"/>
              <a:gd name="f73" fmla="val 215853"/>
              <a:gd name="f74" fmla="val 2901442"/>
              <a:gd name="f75" fmla="val 182011"/>
              <a:gd name="f76" fmla="val 3015722"/>
              <a:gd name="f77" fmla="val 147286"/>
              <a:gd name="f78" fmla="val 3130018"/>
              <a:gd name="f79" fmla="val 112649"/>
              <a:gd name="f80" fmla="val 3243551"/>
              <a:gd name="f81" fmla="val 75688"/>
              <a:gd name="f82" fmla="val 3356992"/>
              <a:gd name="f83" fmla="val 38197"/>
              <a:gd name="f84" fmla="+- 0 0 -90"/>
              <a:gd name="f85" fmla="*/ f3 1 3472060"/>
              <a:gd name="f86" fmla="*/ f4 1 825932"/>
              <a:gd name="f87" fmla="val f5"/>
              <a:gd name="f88" fmla="val f6"/>
              <a:gd name="f89" fmla="val f7"/>
              <a:gd name="f90" fmla="*/ f84 f0 1"/>
              <a:gd name="f91" fmla="+- f89 0 f87"/>
              <a:gd name="f92" fmla="+- f88 0 f87"/>
              <a:gd name="f93" fmla="*/ f90 1 f2"/>
              <a:gd name="f94" fmla="*/ f92 1 3472060"/>
              <a:gd name="f95" fmla="*/ f91 1 825932"/>
              <a:gd name="f96" fmla="*/ 3470310 f92 1"/>
              <a:gd name="f97" fmla="*/ 0 f91 1"/>
              <a:gd name="f98" fmla="*/ 3472060 f92 1"/>
              <a:gd name="f99" fmla="*/ 12850 f91 1"/>
              <a:gd name="f100" fmla="*/ 480529 f91 1"/>
              <a:gd name="f101" fmla="*/ 3363699 f92 1"/>
              <a:gd name="f102" fmla="*/ 498471 f91 1"/>
              <a:gd name="f103" fmla="*/ 42060 f92 1"/>
              <a:gd name="f104" fmla="*/ 824486 f91 1"/>
              <a:gd name="f105" fmla="*/ 0 f92 1"/>
              <a:gd name="f106" fmla="*/ 758452 f91 1"/>
              <a:gd name="f107" fmla="*/ 188014 f92 1"/>
              <a:gd name="f108" fmla="*/ 735602 f91 1"/>
              <a:gd name="f109" fmla="*/ 284087 f92 1"/>
              <a:gd name="f110" fmla="*/ 722590 f91 1"/>
              <a:gd name="f111" fmla="*/ 382288 f92 1"/>
              <a:gd name="f112" fmla="*/ 709392 f91 1"/>
              <a:gd name="f113" fmla="*/ 481858 f92 1"/>
              <a:gd name="f114" fmla="*/ 695774 f91 1"/>
              <a:gd name="f115" fmla="*/ 581897 f92 1"/>
              <a:gd name="f116" fmla="*/ 680711 f91 1"/>
              <a:gd name="f117" fmla="*/ 683670 f92 1"/>
              <a:gd name="f118" fmla="*/ 665256 f91 1"/>
              <a:gd name="f119" fmla="*/ 787206 f92 1"/>
              <a:gd name="f120" fmla="*/ 649587 f91 1"/>
              <a:gd name="f121" fmla="*/ 892019 f92 1"/>
              <a:gd name="f122" fmla="*/ 632968 f91 1"/>
              <a:gd name="f123" fmla="*/ 997620 f92 1"/>
              <a:gd name="f124" fmla="*/ 614667 f91 1"/>
              <a:gd name="f125" fmla="*/ 1104727 f92 1"/>
              <a:gd name="f126" fmla="*/ 596741 f91 1"/>
              <a:gd name="f127" fmla="*/ 1212669 f92 1"/>
              <a:gd name="f128" fmla="*/ 577397 f91 1"/>
              <a:gd name="f129" fmla="*/ 1321506 f92 1"/>
              <a:gd name="f130" fmla="*/ 556988 f91 1"/>
              <a:gd name="f131" fmla="*/ 1430709 f92 1"/>
              <a:gd name="f132" fmla="*/ 536607 f91 1"/>
              <a:gd name="f133" fmla="*/ 1541050 f92 1"/>
              <a:gd name="f134" fmla="*/ 514481 f91 1"/>
              <a:gd name="f135" fmla="*/ 1652805 f92 1"/>
              <a:gd name="f136" fmla="*/ 492202 f91 1"/>
              <a:gd name="f137" fmla="*/ 1763708 f92 1"/>
              <a:gd name="f138" fmla="*/ 469161 f91 1"/>
              <a:gd name="f139" fmla="*/ 1875795 f92 1"/>
              <a:gd name="f140" fmla="*/ 444641 f91 1"/>
              <a:gd name="f141" fmla="*/ 1989128 f92 1"/>
              <a:gd name="f142" fmla="*/ 418995 f91 1"/>
              <a:gd name="f143" fmla="*/ 2102476 f92 1"/>
              <a:gd name="f144" fmla="*/ 393438 f91 1"/>
              <a:gd name="f145" fmla="*/ 2215549 f92 1"/>
              <a:gd name="f146" fmla="*/ 366291 f91 1"/>
              <a:gd name="f147" fmla="*/ 2330490 f92 1"/>
              <a:gd name="f148" fmla="*/ 337455 f91 1"/>
              <a:gd name="f149" fmla="*/ 2443333 f92 1"/>
              <a:gd name="f150" fmla="*/ 308983 f91 1"/>
              <a:gd name="f151" fmla="*/ 2558014 f92 1"/>
              <a:gd name="f152" fmla="*/ 278646 f91 1"/>
              <a:gd name="f153" fmla="*/ 2673621 f92 1"/>
              <a:gd name="f154" fmla="*/ 247421 f91 1"/>
              <a:gd name="f155" fmla="*/ 2787008 f92 1"/>
              <a:gd name="f156" fmla="*/ 215853 f91 1"/>
              <a:gd name="f157" fmla="*/ 2901442 f92 1"/>
              <a:gd name="f158" fmla="*/ 182011 f91 1"/>
              <a:gd name="f159" fmla="*/ 3015722 f92 1"/>
              <a:gd name="f160" fmla="*/ 147286 f91 1"/>
              <a:gd name="f161" fmla="*/ 3130018 f92 1"/>
              <a:gd name="f162" fmla="*/ 112649 f91 1"/>
              <a:gd name="f163" fmla="*/ 3243551 f92 1"/>
              <a:gd name="f164" fmla="*/ 75688 f91 1"/>
              <a:gd name="f165" fmla="*/ 3356992 f92 1"/>
              <a:gd name="f166" fmla="*/ 38197 f91 1"/>
              <a:gd name="f167" fmla="+- f93 0 f1"/>
              <a:gd name="f168" fmla="*/ f96 1 3472060"/>
              <a:gd name="f169" fmla="*/ f97 1 825932"/>
              <a:gd name="f170" fmla="*/ f98 1 3472060"/>
              <a:gd name="f171" fmla="*/ f99 1 825932"/>
              <a:gd name="f172" fmla="*/ f100 1 825932"/>
              <a:gd name="f173" fmla="*/ f101 1 3472060"/>
              <a:gd name="f174" fmla="*/ f102 1 825932"/>
              <a:gd name="f175" fmla="*/ f103 1 3472060"/>
              <a:gd name="f176" fmla="*/ f104 1 825932"/>
              <a:gd name="f177" fmla="*/ f105 1 3472060"/>
              <a:gd name="f178" fmla="*/ f106 1 825932"/>
              <a:gd name="f179" fmla="*/ f107 1 3472060"/>
              <a:gd name="f180" fmla="*/ f108 1 825932"/>
              <a:gd name="f181" fmla="*/ f109 1 3472060"/>
              <a:gd name="f182" fmla="*/ f110 1 825932"/>
              <a:gd name="f183" fmla="*/ f111 1 3472060"/>
              <a:gd name="f184" fmla="*/ f112 1 825932"/>
              <a:gd name="f185" fmla="*/ f113 1 3472060"/>
              <a:gd name="f186" fmla="*/ f114 1 825932"/>
              <a:gd name="f187" fmla="*/ f115 1 3472060"/>
              <a:gd name="f188" fmla="*/ f116 1 825932"/>
              <a:gd name="f189" fmla="*/ f117 1 3472060"/>
              <a:gd name="f190" fmla="*/ f118 1 825932"/>
              <a:gd name="f191" fmla="*/ f119 1 3472060"/>
              <a:gd name="f192" fmla="*/ f120 1 825932"/>
              <a:gd name="f193" fmla="*/ f121 1 3472060"/>
              <a:gd name="f194" fmla="*/ f122 1 825932"/>
              <a:gd name="f195" fmla="*/ f123 1 3472060"/>
              <a:gd name="f196" fmla="*/ f124 1 825932"/>
              <a:gd name="f197" fmla="*/ f125 1 3472060"/>
              <a:gd name="f198" fmla="*/ f126 1 825932"/>
              <a:gd name="f199" fmla="*/ f127 1 3472060"/>
              <a:gd name="f200" fmla="*/ f128 1 825932"/>
              <a:gd name="f201" fmla="*/ f129 1 3472060"/>
              <a:gd name="f202" fmla="*/ f130 1 825932"/>
              <a:gd name="f203" fmla="*/ f131 1 3472060"/>
              <a:gd name="f204" fmla="*/ f132 1 825932"/>
              <a:gd name="f205" fmla="*/ f133 1 3472060"/>
              <a:gd name="f206" fmla="*/ f134 1 825932"/>
              <a:gd name="f207" fmla="*/ f135 1 3472060"/>
              <a:gd name="f208" fmla="*/ f136 1 825932"/>
              <a:gd name="f209" fmla="*/ f137 1 3472060"/>
              <a:gd name="f210" fmla="*/ f138 1 825932"/>
              <a:gd name="f211" fmla="*/ f139 1 3472060"/>
              <a:gd name="f212" fmla="*/ f140 1 825932"/>
              <a:gd name="f213" fmla="*/ f141 1 3472060"/>
              <a:gd name="f214" fmla="*/ f142 1 825932"/>
              <a:gd name="f215" fmla="*/ f143 1 3472060"/>
              <a:gd name="f216" fmla="*/ f144 1 825932"/>
              <a:gd name="f217" fmla="*/ f145 1 3472060"/>
              <a:gd name="f218" fmla="*/ f146 1 825932"/>
              <a:gd name="f219" fmla="*/ f147 1 3472060"/>
              <a:gd name="f220" fmla="*/ f148 1 825932"/>
              <a:gd name="f221" fmla="*/ f149 1 3472060"/>
              <a:gd name="f222" fmla="*/ f150 1 825932"/>
              <a:gd name="f223" fmla="*/ f151 1 3472060"/>
              <a:gd name="f224" fmla="*/ f152 1 825932"/>
              <a:gd name="f225" fmla="*/ f153 1 3472060"/>
              <a:gd name="f226" fmla="*/ f154 1 825932"/>
              <a:gd name="f227" fmla="*/ f155 1 3472060"/>
              <a:gd name="f228" fmla="*/ f156 1 825932"/>
              <a:gd name="f229" fmla="*/ f157 1 3472060"/>
              <a:gd name="f230" fmla="*/ f158 1 825932"/>
              <a:gd name="f231" fmla="*/ f159 1 3472060"/>
              <a:gd name="f232" fmla="*/ f160 1 825932"/>
              <a:gd name="f233" fmla="*/ f161 1 3472060"/>
              <a:gd name="f234" fmla="*/ f162 1 825932"/>
              <a:gd name="f235" fmla="*/ f163 1 3472060"/>
              <a:gd name="f236" fmla="*/ f164 1 825932"/>
              <a:gd name="f237" fmla="*/ f165 1 3472060"/>
              <a:gd name="f238" fmla="*/ f166 1 825932"/>
              <a:gd name="f239" fmla="*/ f87 1 f94"/>
              <a:gd name="f240" fmla="*/ f88 1 f94"/>
              <a:gd name="f241" fmla="*/ f87 1 f95"/>
              <a:gd name="f242" fmla="*/ f89 1 f95"/>
              <a:gd name="f243" fmla="*/ f168 1 f94"/>
              <a:gd name="f244" fmla="*/ f169 1 f95"/>
              <a:gd name="f245" fmla="*/ f170 1 f94"/>
              <a:gd name="f246" fmla="*/ f171 1 f95"/>
              <a:gd name="f247" fmla="*/ f172 1 f95"/>
              <a:gd name="f248" fmla="*/ f173 1 f94"/>
              <a:gd name="f249" fmla="*/ f174 1 f95"/>
              <a:gd name="f250" fmla="*/ f175 1 f94"/>
              <a:gd name="f251" fmla="*/ f176 1 f95"/>
              <a:gd name="f252" fmla="*/ f177 1 f94"/>
              <a:gd name="f253" fmla="*/ f178 1 f95"/>
              <a:gd name="f254" fmla="*/ f179 1 f94"/>
              <a:gd name="f255" fmla="*/ f180 1 f95"/>
              <a:gd name="f256" fmla="*/ f181 1 f94"/>
              <a:gd name="f257" fmla="*/ f182 1 f95"/>
              <a:gd name="f258" fmla="*/ f183 1 f94"/>
              <a:gd name="f259" fmla="*/ f184 1 f95"/>
              <a:gd name="f260" fmla="*/ f185 1 f94"/>
              <a:gd name="f261" fmla="*/ f186 1 f95"/>
              <a:gd name="f262" fmla="*/ f187 1 f94"/>
              <a:gd name="f263" fmla="*/ f188 1 f95"/>
              <a:gd name="f264" fmla="*/ f189 1 f94"/>
              <a:gd name="f265" fmla="*/ f190 1 f95"/>
              <a:gd name="f266" fmla="*/ f191 1 f94"/>
              <a:gd name="f267" fmla="*/ f192 1 f95"/>
              <a:gd name="f268" fmla="*/ f193 1 f94"/>
              <a:gd name="f269" fmla="*/ f194 1 f95"/>
              <a:gd name="f270" fmla="*/ f195 1 f94"/>
              <a:gd name="f271" fmla="*/ f196 1 f95"/>
              <a:gd name="f272" fmla="*/ f197 1 f94"/>
              <a:gd name="f273" fmla="*/ f198 1 f95"/>
              <a:gd name="f274" fmla="*/ f199 1 f94"/>
              <a:gd name="f275" fmla="*/ f200 1 f95"/>
              <a:gd name="f276" fmla="*/ f201 1 f94"/>
              <a:gd name="f277" fmla="*/ f202 1 f95"/>
              <a:gd name="f278" fmla="*/ f203 1 f94"/>
              <a:gd name="f279" fmla="*/ f204 1 f95"/>
              <a:gd name="f280" fmla="*/ f205 1 f94"/>
              <a:gd name="f281" fmla="*/ f206 1 f95"/>
              <a:gd name="f282" fmla="*/ f207 1 f94"/>
              <a:gd name="f283" fmla="*/ f208 1 f95"/>
              <a:gd name="f284" fmla="*/ f209 1 f94"/>
              <a:gd name="f285" fmla="*/ f210 1 f95"/>
              <a:gd name="f286" fmla="*/ f211 1 f94"/>
              <a:gd name="f287" fmla="*/ f212 1 f95"/>
              <a:gd name="f288" fmla="*/ f213 1 f94"/>
              <a:gd name="f289" fmla="*/ f214 1 f95"/>
              <a:gd name="f290" fmla="*/ f215 1 f94"/>
              <a:gd name="f291" fmla="*/ f216 1 f95"/>
              <a:gd name="f292" fmla="*/ f217 1 f94"/>
              <a:gd name="f293" fmla="*/ f218 1 f95"/>
              <a:gd name="f294" fmla="*/ f219 1 f94"/>
              <a:gd name="f295" fmla="*/ f220 1 f95"/>
              <a:gd name="f296" fmla="*/ f221 1 f94"/>
              <a:gd name="f297" fmla="*/ f222 1 f95"/>
              <a:gd name="f298" fmla="*/ f223 1 f94"/>
              <a:gd name="f299" fmla="*/ f224 1 f95"/>
              <a:gd name="f300" fmla="*/ f225 1 f94"/>
              <a:gd name="f301" fmla="*/ f226 1 f95"/>
              <a:gd name="f302" fmla="*/ f227 1 f94"/>
              <a:gd name="f303" fmla="*/ f228 1 f95"/>
              <a:gd name="f304" fmla="*/ f229 1 f94"/>
              <a:gd name="f305" fmla="*/ f230 1 f95"/>
              <a:gd name="f306" fmla="*/ f231 1 f94"/>
              <a:gd name="f307" fmla="*/ f232 1 f95"/>
              <a:gd name="f308" fmla="*/ f233 1 f94"/>
              <a:gd name="f309" fmla="*/ f234 1 f95"/>
              <a:gd name="f310" fmla="*/ f235 1 f94"/>
              <a:gd name="f311" fmla="*/ f236 1 f95"/>
              <a:gd name="f312" fmla="*/ f237 1 f94"/>
              <a:gd name="f313" fmla="*/ f238 1 f95"/>
              <a:gd name="f314" fmla="*/ f239 f85 1"/>
              <a:gd name="f315" fmla="*/ f240 f85 1"/>
              <a:gd name="f316" fmla="*/ f242 f86 1"/>
              <a:gd name="f317" fmla="*/ f241 f86 1"/>
              <a:gd name="f318" fmla="*/ f243 f85 1"/>
              <a:gd name="f319" fmla="*/ f244 f86 1"/>
              <a:gd name="f320" fmla="*/ f245 f85 1"/>
              <a:gd name="f321" fmla="*/ f246 f86 1"/>
              <a:gd name="f322" fmla="*/ f247 f86 1"/>
              <a:gd name="f323" fmla="*/ f248 f85 1"/>
              <a:gd name="f324" fmla="*/ f249 f86 1"/>
              <a:gd name="f325" fmla="*/ f250 f85 1"/>
              <a:gd name="f326" fmla="*/ f251 f86 1"/>
              <a:gd name="f327" fmla="*/ f252 f85 1"/>
              <a:gd name="f328" fmla="*/ f253 f86 1"/>
              <a:gd name="f329" fmla="*/ f254 f85 1"/>
              <a:gd name="f330" fmla="*/ f255 f86 1"/>
              <a:gd name="f331" fmla="*/ f256 f85 1"/>
              <a:gd name="f332" fmla="*/ f257 f86 1"/>
              <a:gd name="f333" fmla="*/ f258 f85 1"/>
              <a:gd name="f334" fmla="*/ f259 f86 1"/>
              <a:gd name="f335" fmla="*/ f260 f85 1"/>
              <a:gd name="f336" fmla="*/ f261 f86 1"/>
              <a:gd name="f337" fmla="*/ f262 f85 1"/>
              <a:gd name="f338" fmla="*/ f263 f86 1"/>
              <a:gd name="f339" fmla="*/ f264 f85 1"/>
              <a:gd name="f340" fmla="*/ f265 f86 1"/>
              <a:gd name="f341" fmla="*/ f266 f85 1"/>
              <a:gd name="f342" fmla="*/ f267 f86 1"/>
              <a:gd name="f343" fmla="*/ f268 f85 1"/>
              <a:gd name="f344" fmla="*/ f269 f86 1"/>
              <a:gd name="f345" fmla="*/ f270 f85 1"/>
              <a:gd name="f346" fmla="*/ f271 f86 1"/>
              <a:gd name="f347" fmla="*/ f272 f85 1"/>
              <a:gd name="f348" fmla="*/ f273 f86 1"/>
              <a:gd name="f349" fmla="*/ f274 f85 1"/>
              <a:gd name="f350" fmla="*/ f275 f86 1"/>
              <a:gd name="f351" fmla="*/ f276 f85 1"/>
              <a:gd name="f352" fmla="*/ f277 f86 1"/>
              <a:gd name="f353" fmla="*/ f278 f85 1"/>
              <a:gd name="f354" fmla="*/ f279 f86 1"/>
              <a:gd name="f355" fmla="*/ f280 f85 1"/>
              <a:gd name="f356" fmla="*/ f281 f86 1"/>
              <a:gd name="f357" fmla="*/ f282 f85 1"/>
              <a:gd name="f358" fmla="*/ f283 f86 1"/>
              <a:gd name="f359" fmla="*/ f284 f85 1"/>
              <a:gd name="f360" fmla="*/ f285 f86 1"/>
              <a:gd name="f361" fmla="*/ f286 f85 1"/>
              <a:gd name="f362" fmla="*/ f287 f86 1"/>
              <a:gd name="f363" fmla="*/ f288 f85 1"/>
              <a:gd name="f364" fmla="*/ f289 f86 1"/>
              <a:gd name="f365" fmla="*/ f290 f85 1"/>
              <a:gd name="f366" fmla="*/ f291 f86 1"/>
              <a:gd name="f367" fmla="*/ f292 f85 1"/>
              <a:gd name="f368" fmla="*/ f293 f86 1"/>
              <a:gd name="f369" fmla="*/ f294 f85 1"/>
              <a:gd name="f370" fmla="*/ f295 f86 1"/>
              <a:gd name="f371" fmla="*/ f296 f85 1"/>
              <a:gd name="f372" fmla="*/ f297 f86 1"/>
              <a:gd name="f373" fmla="*/ f298 f85 1"/>
              <a:gd name="f374" fmla="*/ f299 f86 1"/>
              <a:gd name="f375" fmla="*/ f300 f85 1"/>
              <a:gd name="f376" fmla="*/ f301 f86 1"/>
              <a:gd name="f377" fmla="*/ f302 f85 1"/>
              <a:gd name="f378" fmla="*/ f303 f86 1"/>
              <a:gd name="f379" fmla="*/ f304 f85 1"/>
              <a:gd name="f380" fmla="*/ f305 f86 1"/>
              <a:gd name="f381" fmla="*/ f306 f85 1"/>
              <a:gd name="f382" fmla="*/ f307 f86 1"/>
              <a:gd name="f383" fmla="*/ f308 f85 1"/>
              <a:gd name="f384" fmla="*/ f309 f86 1"/>
              <a:gd name="f385" fmla="*/ f310 f85 1"/>
              <a:gd name="f386" fmla="*/ f311 f86 1"/>
              <a:gd name="f387" fmla="*/ f312 f85 1"/>
              <a:gd name="f388" fmla="*/ f313 f8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67">
                <a:pos x="f318" y="f319"/>
              </a:cxn>
              <a:cxn ang="f167">
                <a:pos x="f320" y="f321"/>
              </a:cxn>
              <a:cxn ang="f167">
                <a:pos x="f320" y="f322"/>
              </a:cxn>
              <a:cxn ang="f167">
                <a:pos x="f323" y="f324"/>
              </a:cxn>
              <a:cxn ang="f167">
                <a:pos x="f325" y="f326"/>
              </a:cxn>
              <a:cxn ang="f167">
                <a:pos x="f327" y="f328"/>
              </a:cxn>
              <a:cxn ang="f167">
                <a:pos x="f329" y="f330"/>
              </a:cxn>
              <a:cxn ang="f167">
                <a:pos x="f331" y="f332"/>
              </a:cxn>
              <a:cxn ang="f167">
                <a:pos x="f333" y="f334"/>
              </a:cxn>
              <a:cxn ang="f167">
                <a:pos x="f335" y="f336"/>
              </a:cxn>
              <a:cxn ang="f167">
                <a:pos x="f337" y="f338"/>
              </a:cxn>
              <a:cxn ang="f167">
                <a:pos x="f339" y="f340"/>
              </a:cxn>
              <a:cxn ang="f167">
                <a:pos x="f341" y="f342"/>
              </a:cxn>
              <a:cxn ang="f167">
                <a:pos x="f343" y="f344"/>
              </a:cxn>
              <a:cxn ang="f167">
                <a:pos x="f345" y="f346"/>
              </a:cxn>
              <a:cxn ang="f167">
                <a:pos x="f347" y="f348"/>
              </a:cxn>
              <a:cxn ang="f167">
                <a:pos x="f349" y="f350"/>
              </a:cxn>
              <a:cxn ang="f167">
                <a:pos x="f351" y="f352"/>
              </a:cxn>
              <a:cxn ang="f167">
                <a:pos x="f353" y="f354"/>
              </a:cxn>
              <a:cxn ang="f167">
                <a:pos x="f355" y="f356"/>
              </a:cxn>
              <a:cxn ang="f167">
                <a:pos x="f357" y="f358"/>
              </a:cxn>
              <a:cxn ang="f167">
                <a:pos x="f359" y="f360"/>
              </a:cxn>
              <a:cxn ang="f167">
                <a:pos x="f361" y="f362"/>
              </a:cxn>
              <a:cxn ang="f167">
                <a:pos x="f363" y="f364"/>
              </a:cxn>
              <a:cxn ang="f167">
                <a:pos x="f365" y="f366"/>
              </a:cxn>
              <a:cxn ang="f167">
                <a:pos x="f367" y="f368"/>
              </a:cxn>
              <a:cxn ang="f167">
                <a:pos x="f369" y="f370"/>
              </a:cxn>
              <a:cxn ang="f167">
                <a:pos x="f371" y="f372"/>
              </a:cxn>
              <a:cxn ang="f167">
                <a:pos x="f373" y="f374"/>
              </a:cxn>
              <a:cxn ang="f167">
                <a:pos x="f375" y="f376"/>
              </a:cxn>
              <a:cxn ang="f167">
                <a:pos x="f377" y="f378"/>
              </a:cxn>
              <a:cxn ang="f167">
                <a:pos x="f379" y="f380"/>
              </a:cxn>
              <a:cxn ang="f167">
                <a:pos x="f381" y="f382"/>
              </a:cxn>
              <a:cxn ang="f167">
                <a:pos x="f383" y="f384"/>
              </a:cxn>
              <a:cxn ang="f167">
                <a:pos x="f385" y="f386"/>
              </a:cxn>
              <a:cxn ang="f167">
                <a:pos x="f387" y="f388"/>
              </a:cxn>
              <a:cxn ang="f167">
                <a:pos x="f318" y="f319"/>
              </a:cxn>
            </a:cxnLst>
            <a:rect l="f314" t="f317" r="f315" b="f316"/>
            <a:pathLst>
              <a:path w="3472060" h="825932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11" y="f12"/>
                </a:lnTo>
                <a:cubicBezTo>
                  <a:pt x="f13" y="f14"/>
                  <a:pt x="f15" y="f16"/>
                  <a:pt x="f17" y="f18"/>
                </a:cubicBezTo>
                <a:cubicBezTo>
                  <a:pt x="f19" y="f20"/>
                  <a:pt x="f21" y="f22"/>
                  <a:pt x="f5" y="f23"/>
                </a:cubicBez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9"/>
                </a:lnTo>
                <a:lnTo>
                  <a:pt x="f60" y="f61"/>
                </a:lnTo>
                <a:lnTo>
                  <a:pt x="f62" y="f63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72" y="f73"/>
                </a:lnTo>
                <a:lnTo>
                  <a:pt x="f74" y="f75"/>
                </a:lnTo>
                <a:lnTo>
                  <a:pt x="f76" y="f77"/>
                </a:lnTo>
                <a:lnTo>
                  <a:pt x="f78" y="f79"/>
                </a:lnTo>
                <a:lnTo>
                  <a:pt x="f80" y="f81"/>
                </a:lnTo>
                <a:lnTo>
                  <a:pt x="f82" y="f83"/>
                </a:lnTo>
                <a:lnTo>
                  <a:pt x="f8" y="f5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4" name="Freeform: Shape 12">
            <a:extLst>
              <a:ext uri="{FF2B5EF4-FFF2-40B4-BE49-F238E27FC236}">
                <a16:creationId xmlns:a16="http://schemas.microsoft.com/office/drawing/2014/main" id="{02AABA76-9796-44F6-849D-58E71C618016}"/>
              </a:ext>
            </a:extLst>
          </p:cNvPr>
          <p:cNvSpPr>
            <a:spLocks noMove="1" noResize="1"/>
          </p:cNvSpPr>
          <p:nvPr/>
        </p:nvSpPr>
        <p:spPr>
          <a:xfrm>
            <a:off x="0" y="3358390"/>
            <a:ext cx="12191996" cy="30334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0"/>
              <a:gd name="f7" fmla="val 2802467"/>
              <a:gd name="f8" fmla="val 1"/>
              <a:gd name="f9" fmla="val 71932"/>
              <a:gd name="f10" fmla="val 12261"/>
              <a:gd name="f11" fmla="val 282848"/>
              <a:gd name="f12" fmla="val 48342"/>
              <a:gd name="f13" fmla="val 436464"/>
              <a:gd name="f14" fmla="val 73565"/>
              <a:gd name="f15" fmla="val 619339"/>
              <a:gd name="f16" fmla="val 100188"/>
              <a:gd name="f17" fmla="val 836351"/>
              <a:gd name="f18" fmla="val 132066"/>
              <a:gd name="f19" fmla="val 1076528"/>
              <a:gd name="f20" fmla="val 165696"/>
              <a:gd name="f21" fmla="val 1347183"/>
              <a:gd name="f22" fmla="val 201077"/>
              <a:gd name="f23" fmla="val 1642223"/>
              <a:gd name="f24" fmla="val 238560"/>
              <a:gd name="f25" fmla="val 1962864"/>
              <a:gd name="f26" fmla="val 276043"/>
              <a:gd name="f27" fmla="val 2304232"/>
              <a:gd name="f28" fmla="val 314226"/>
              <a:gd name="f29" fmla="val 2672421"/>
              <a:gd name="f30" fmla="val 349608"/>
              <a:gd name="f31" fmla="val 3057678"/>
              <a:gd name="f32" fmla="val 383587"/>
              <a:gd name="f33" fmla="val 3464881"/>
              <a:gd name="f34" fmla="val 414415"/>
              <a:gd name="f35" fmla="val 3889152"/>
              <a:gd name="f36" fmla="val 443840"/>
              <a:gd name="f37" fmla="val 4331710"/>
              <a:gd name="f38" fmla="val 471515"/>
              <a:gd name="f39" fmla="val 4558476"/>
              <a:gd name="f40" fmla="val 481323"/>
              <a:gd name="f41" fmla="val 4790118"/>
              <a:gd name="f42" fmla="val 492183"/>
              <a:gd name="f43" fmla="val 5025418"/>
              <a:gd name="f44" fmla="val 502342"/>
              <a:gd name="f45" fmla="val 5261937"/>
              <a:gd name="f46" fmla="val 508998"/>
              <a:gd name="f47" fmla="val 5503332"/>
              <a:gd name="f48" fmla="val 514953"/>
              <a:gd name="f49" fmla="val 5747166"/>
              <a:gd name="f50" fmla="val 521259"/>
              <a:gd name="f51" fmla="val 5995877"/>
              <a:gd name="f52" fmla="val 525462"/>
              <a:gd name="f53" fmla="val 6247026"/>
              <a:gd name="f54" fmla="val 6500613"/>
              <a:gd name="f55" fmla="val 527564"/>
              <a:gd name="f56" fmla="val 6756639"/>
              <a:gd name="f57" fmla="val 7016322"/>
              <a:gd name="f58" fmla="val 7276005"/>
              <a:gd name="f59" fmla="val 517405"/>
              <a:gd name="f60" fmla="val 7539345"/>
              <a:gd name="f61" fmla="val 7805124"/>
              <a:gd name="f62" fmla="val 500240"/>
              <a:gd name="f63" fmla="val 8070903"/>
              <a:gd name="f64" fmla="val 490081"/>
              <a:gd name="f65" fmla="val 8339121"/>
              <a:gd name="f66" fmla="val 475719"/>
              <a:gd name="f67" fmla="val 8609776"/>
              <a:gd name="f68" fmla="val 458553"/>
              <a:gd name="f69" fmla="val 8881651"/>
              <a:gd name="f70" fmla="val 442089"/>
              <a:gd name="f71" fmla="val 9153526"/>
              <a:gd name="f72" fmla="val 421070"/>
              <a:gd name="f73" fmla="val 9429058"/>
              <a:gd name="f74" fmla="val 395848"/>
              <a:gd name="f75" fmla="val 9700933"/>
              <a:gd name="f76" fmla="val 370626"/>
              <a:gd name="f77" fmla="val 9977684"/>
              <a:gd name="f78" fmla="val 341550"/>
              <a:gd name="f79" fmla="val 10255655"/>
              <a:gd name="f80" fmla="val 309672"/>
              <a:gd name="f81" fmla="val 10529968"/>
              <a:gd name="f82" fmla="val 10807939"/>
              <a:gd name="f83" fmla="val 236808"/>
              <a:gd name="f84" fmla="val 11084690"/>
              <a:gd name="f85" fmla="val 194771"/>
              <a:gd name="f86" fmla="val 11362661"/>
              <a:gd name="f87" fmla="val 153085"/>
              <a:gd name="f88" fmla="val 11639412"/>
              <a:gd name="f89" fmla="val 104392"/>
              <a:gd name="f90" fmla="val 11914945"/>
              <a:gd name="f91" fmla="val 54648"/>
              <a:gd name="f92" fmla="val 12191696"/>
              <a:gd name="f93" fmla="val 2452"/>
              <a:gd name="f94" fmla="val 2236410"/>
              <a:gd name="f95" fmla="+- 0 0 -90"/>
              <a:gd name="f96" fmla="*/ f3 1 12192000"/>
              <a:gd name="f97" fmla="*/ f4 1 2802467"/>
              <a:gd name="f98" fmla="val f5"/>
              <a:gd name="f99" fmla="val f6"/>
              <a:gd name="f100" fmla="val f7"/>
              <a:gd name="f101" fmla="*/ f95 f0 1"/>
              <a:gd name="f102" fmla="+- f100 0 f98"/>
              <a:gd name="f103" fmla="+- f99 0 f98"/>
              <a:gd name="f104" fmla="*/ f101 1 f2"/>
              <a:gd name="f105" fmla="*/ f103 1 12192000"/>
              <a:gd name="f106" fmla="*/ f102 1 2802467"/>
              <a:gd name="f107" fmla="*/ 1 f103 1"/>
              <a:gd name="f108" fmla="*/ 0 f102 1"/>
              <a:gd name="f109" fmla="*/ 71932 f103 1"/>
              <a:gd name="f110" fmla="*/ 12261 f102 1"/>
              <a:gd name="f111" fmla="*/ 282848 f103 1"/>
              <a:gd name="f112" fmla="*/ 48342 f102 1"/>
              <a:gd name="f113" fmla="*/ 436464 f103 1"/>
              <a:gd name="f114" fmla="*/ 73565 f102 1"/>
              <a:gd name="f115" fmla="*/ 619339 f103 1"/>
              <a:gd name="f116" fmla="*/ 100188 f102 1"/>
              <a:gd name="f117" fmla="*/ 836351 f103 1"/>
              <a:gd name="f118" fmla="*/ 132066 f102 1"/>
              <a:gd name="f119" fmla="*/ 1076528 f103 1"/>
              <a:gd name="f120" fmla="*/ 165696 f102 1"/>
              <a:gd name="f121" fmla="*/ 1347183 f103 1"/>
              <a:gd name="f122" fmla="*/ 201077 f102 1"/>
              <a:gd name="f123" fmla="*/ 1642223 f103 1"/>
              <a:gd name="f124" fmla="*/ 238560 f102 1"/>
              <a:gd name="f125" fmla="*/ 1962864 f103 1"/>
              <a:gd name="f126" fmla="*/ 276043 f102 1"/>
              <a:gd name="f127" fmla="*/ 2304232 f103 1"/>
              <a:gd name="f128" fmla="*/ 314226 f102 1"/>
              <a:gd name="f129" fmla="*/ 2672421 f103 1"/>
              <a:gd name="f130" fmla="*/ 349608 f102 1"/>
              <a:gd name="f131" fmla="*/ 3057678 f103 1"/>
              <a:gd name="f132" fmla="*/ 383587 f102 1"/>
              <a:gd name="f133" fmla="*/ 3464881 f103 1"/>
              <a:gd name="f134" fmla="*/ 414415 f102 1"/>
              <a:gd name="f135" fmla="*/ 3889152 f103 1"/>
              <a:gd name="f136" fmla="*/ 443840 f102 1"/>
              <a:gd name="f137" fmla="*/ 4331710 f103 1"/>
              <a:gd name="f138" fmla="*/ 471515 f102 1"/>
              <a:gd name="f139" fmla="*/ 4558476 f103 1"/>
              <a:gd name="f140" fmla="*/ 481323 f102 1"/>
              <a:gd name="f141" fmla="*/ 4790118 f103 1"/>
              <a:gd name="f142" fmla="*/ 492183 f102 1"/>
              <a:gd name="f143" fmla="*/ 5025418 f103 1"/>
              <a:gd name="f144" fmla="*/ 502342 f102 1"/>
              <a:gd name="f145" fmla="*/ 5261937 f103 1"/>
              <a:gd name="f146" fmla="*/ 508998 f102 1"/>
              <a:gd name="f147" fmla="*/ 5503332 f103 1"/>
              <a:gd name="f148" fmla="*/ 514953 f102 1"/>
              <a:gd name="f149" fmla="*/ 5747166 f103 1"/>
              <a:gd name="f150" fmla="*/ 521259 f102 1"/>
              <a:gd name="f151" fmla="*/ 5995877 f103 1"/>
              <a:gd name="f152" fmla="*/ 525462 f102 1"/>
              <a:gd name="f153" fmla="*/ 6247026 f103 1"/>
              <a:gd name="f154" fmla="*/ 6500613 f103 1"/>
              <a:gd name="f155" fmla="*/ 527564 f102 1"/>
              <a:gd name="f156" fmla="*/ 6756639 f103 1"/>
              <a:gd name="f157" fmla="*/ 7016322 f103 1"/>
              <a:gd name="f158" fmla="*/ 7276005 f103 1"/>
              <a:gd name="f159" fmla="*/ 517405 f102 1"/>
              <a:gd name="f160" fmla="*/ 7539345 f103 1"/>
              <a:gd name="f161" fmla="*/ 7805124 f103 1"/>
              <a:gd name="f162" fmla="*/ 500240 f102 1"/>
              <a:gd name="f163" fmla="*/ 8070903 f103 1"/>
              <a:gd name="f164" fmla="*/ 490081 f102 1"/>
              <a:gd name="f165" fmla="*/ 8339121 f103 1"/>
              <a:gd name="f166" fmla="*/ 475719 f102 1"/>
              <a:gd name="f167" fmla="*/ 8609776 f103 1"/>
              <a:gd name="f168" fmla="*/ 458553 f102 1"/>
              <a:gd name="f169" fmla="*/ 8881651 f103 1"/>
              <a:gd name="f170" fmla="*/ 442089 f102 1"/>
              <a:gd name="f171" fmla="*/ 9153526 f103 1"/>
              <a:gd name="f172" fmla="*/ 421070 f102 1"/>
              <a:gd name="f173" fmla="*/ 9429058 f103 1"/>
              <a:gd name="f174" fmla="*/ 395848 f102 1"/>
              <a:gd name="f175" fmla="*/ 9700933 f103 1"/>
              <a:gd name="f176" fmla="*/ 370626 f102 1"/>
              <a:gd name="f177" fmla="*/ 9977684 f103 1"/>
              <a:gd name="f178" fmla="*/ 341550 f102 1"/>
              <a:gd name="f179" fmla="*/ 10255655 f103 1"/>
              <a:gd name="f180" fmla="*/ 309672 f102 1"/>
              <a:gd name="f181" fmla="*/ 10529968 f103 1"/>
              <a:gd name="f182" fmla="*/ 10807939 f103 1"/>
              <a:gd name="f183" fmla="*/ 236808 f102 1"/>
              <a:gd name="f184" fmla="*/ 11084690 f103 1"/>
              <a:gd name="f185" fmla="*/ 194771 f102 1"/>
              <a:gd name="f186" fmla="*/ 11362661 f103 1"/>
              <a:gd name="f187" fmla="*/ 153085 f102 1"/>
              <a:gd name="f188" fmla="*/ 11639412 f103 1"/>
              <a:gd name="f189" fmla="*/ 104392 f102 1"/>
              <a:gd name="f190" fmla="*/ 11914945 f103 1"/>
              <a:gd name="f191" fmla="*/ 54648 f102 1"/>
              <a:gd name="f192" fmla="*/ 12191696 f103 1"/>
              <a:gd name="f193" fmla="*/ 2452 f102 1"/>
              <a:gd name="f194" fmla="*/ 2236410 f102 1"/>
              <a:gd name="f195" fmla="*/ 12192000 f103 1"/>
              <a:gd name="f196" fmla="*/ 2802467 f102 1"/>
              <a:gd name="f197" fmla="*/ 0 f103 1"/>
              <a:gd name="f198" fmla="+- f104 0 f1"/>
              <a:gd name="f199" fmla="*/ f107 1 12192000"/>
              <a:gd name="f200" fmla="*/ f108 1 2802467"/>
              <a:gd name="f201" fmla="*/ f109 1 12192000"/>
              <a:gd name="f202" fmla="*/ f110 1 2802467"/>
              <a:gd name="f203" fmla="*/ f111 1 12192000"/>
              <a:gd name="f204" fmla="*/ f112 1 2802467"/>
              <a:gd name="f205" fmla="*/ f113 1 12192000"/>
              <a:gd name="f206" fmla="*/ f114 1 2802467"/>
              <a:gd name="f207" fmla="*/ f115 1 12192000"/>
              <a:gd name="f208" fmla="*/ f116 1 2802467"/>
              <a:gd name="f209" fmla="*/ f117 1 12192000"/>
              <a:gd name="f210" fmla="*/ f118 1 2802467"/>
              <a:gd name="f211" fmla="*/ f119 1 12192000"/>
              <a:gd name="f212" fmla="*/ f120 1 2802467"/>
              <a:gd name="f213" fmla="*/ f121 1 12192000"/>
              <a:gd name="f214" fmla="*/ f122 1 2802467"/>
              <a:gd name="f215" fmla="*/ f123 1 12192000"/>
              <a:gd name="f216" fmla="*/ f124 1 2802467"/>
              <a:gd name="f217" fmla="*/ f125 1 12192000"/>
              <a:gd name="f218" fmla="*/ f126 1 2802467"/>
              <a:gd name="f219" fmla="*/ f127 1 12192000"/>
              <a:gd name="f220" fmla="*/ f128 1 2802467"/>
              <a:gd name="f221" fmla="*/ f129 1 12192000"/>
              <a:gd name="f222" fmla="*/ f130 1 2802467"/>
              <a:gd name="f223" fmla="*/ f131 1 12192000"/>
              <a:gd name="f224" fmla="*/ f132 1 2802467"/>
              <a:gd name="f225" fmla="*/ f133 1 12192000"/>
              <a:gd name="f226" fmla="*/ f134 1 2802467"/>
              <a:gd name="f227" fmla="*/ f135 1 12192000"/>
              <a:gd name="f228" fmla="*/ f136 1 2802467"/>
              <a:gd name="f229" fmla="*/ f137 1 12192000"/>
              <a:gd name="f230" fmla="*/ f138 1 2802467"/>
              <a:gd name="f231" fmla="*/ f139 1 12192000"/>
              <a:gd name="f232" fmla="*/ f140 1 2802467"/>
              <a:gd name="f233" fmla="*/ f141 1 12192000"/>
              <a:gd name="f234" fmla="*/ f142 1 2802467"/>
              <a:gd name="f235" fmla="*/ f143 1 12192000"/>
              <a:gd name="f236" fmla="*/ f144 1 2802467"/>
              <a:gd name="f237" fmla="*/ f145 1 12192000"/>
              <a:gd name="f238" fmla="*/ f146 1 2802467"/>
              <a:gd name="f239" fmla="*/ f147 1 12192000"/>
              <a:gd name="f240" fmla="*/ f148 1 2802467"/>
              <a:gd name="f241" fmla="*/ f149 1 12192000"/>
              <a:gd name="f242" fmla="*/ f150 1 2802467"/>
              <a:gd name="f243" fmla="*/ f151 1 12192000"/>
              <a:gd name="f244" fmla="*/ f152 1 2802467"/>
              <a:gd name="f245" fmla="*/ f153 1 12192000"/>
              <a:gd name="f246" fmla="*/ f154 1 12192000"/>
              <a:gd name="f247" fmla="*/ f155 1 2802467"/>
              <a:gd name="f248" fmla="*/ f156 1 12192000"/>
              <a:gd name="f249" fmla="*/ f157 1 12192000"/>
              <a:gd name="f250" fmla="*/ f158 1 12192000"/>
              <a:gd name="f251" fmla="*/ f159 1 2802467"/>
              <a:gd name="f252" fmla="*/ f160 1 12192000"/>
              <a:gd name="f253" fmla="*/ f161 1 12192000"/>
              <a:gd name="f254" fmla="*/ f162 1 2802467"/>
              <a:gd name="f255" fmla="*/ f163 1 12192000"/>
              <a:gd name="f256" fmla="*/ f164 1 2802467"/>
              <a:gd name="f257" fmla="*/ f165 1 12192000"/>
              <a:gd name="f258" fmla="*/ f166 1 2802467"/>
              <a:gd name="f259" fmla="*/ f167 1 12192000"/>
              <a:gd name="f260" fmla="*/ f168 1 2802467"/>
              <a:gd name="f261" fmla="*/ f169 1 12192000"/>
              <a:gd name="f262" fmla="*/ f170 1 2802467"/>
              <a:gd name="f263" fmla="*/ f171 1 12192000"/>
              <a:gd name="f264" fmla="*/ f172 1 2802467"/>
              <a:gd name="f265" fmla="*/ f173 1 12192000"/>
              <a:gd name="f266" fmla="*/ f174 1 2802467"/>
              <a:gd name="f267" fmla="*/ f175 1 12192000"/>
              <a:gd name="f268" fmla="*/ f176 1 2802467"/>
              <a:gd name="f269" fmla="*/ f177 1 12192000"/>
              <a:gd name="f270" fmla="*/ f178 1 2802467"/>
              <a:gd name="f271" fmla="*/ f179 1 12192000"/>
              <a:gd name="f272" fmla="*/ f180 1 2802467"/>
              <a:gd name="f273" fmla="*/ f181 1 12192000"/>
              <a:gd name="f274" fmla="*/ f182 1 12192000"/>
              <a:gd name="f275" fmla="*/ f183 1 2802467"/>
              <a:gd name="f276" fmla="*/ f184 1 12192000"/>
              <a:gd name="f277" fmla="*/ f185 1 2802467"/>
              <a:gd name="f278" fmla="*/ f186 1 12192000"/>
              <a:gd name="f279" fmla="*/ f187 1 2802467"/>
              <a:gd name="f280" fmla="*/ f188 1 12192000"/>
              <a:gd name="f281" fmla="*/ f189 1 2802467"/>
              <a:gd name="f282" fmla="*/ f190 1 12192000"/>
              <a:gd name="f283" fmla="*/ f191 1 2802467"/>
              <a:gd name="f284" fmla="*/ f192 1 12192000"/>
              <a:gd name="f285" fmla="*/ f193 1 2802467"/>
              <a:gd name="f286" fmla="*/ f194 1 2802467"/>
              <a:gd name="f287" fmla="*/ f195 1 12192000"/>
              <a:gd name="f288" fmla="*/ f196 1 2802467"/>
              <a:gd name="f289" fmla="*/ f197 1 12192000"/>
              <a:gd name="f290" fmla="*/ f98 1 f105"/>
              <a:gd name="f291" fmla="*/ f99 1 f105"/>
              <a:gd name="f292" fmla="*/ f98 1 f106"/>
              <a:gd name="f293" fmla="*/ f100 1 f106"/>
              <a:gd name="f294" fmla="*/ f199 1 f105"/>
              <a:gd name="f295" fmla="*/ f200 1 f106"/>
              <a:gd name="f296" fmla="*/ f201 1 f105"/>
              <a:gd name="f297" fmla="*/ f202 1 f106"/>
              <a:gd name="f298" fmla="*/ f203 1 f105"/>
              <a:gd name="f299" fmla="*/ f204 1 f106"/>
              <a:gd name="f300" fmla="*/ f205 1 f105"/>
              <a:gd name="f301" fmla="*/ f206 1 f106"/>
              <a:gd name="f302" fmla="*/ f207 1 f105"/>
              <a:gd name="f303" fmla="*/ f208 1 f106"/>
              <a:gd name="f304" fmla="*/ f209 1 f105"/>
              <a:gd name="f305" fmla="*/ f210 1 f106"/>
              <a:gd name="f306" fmla="*/ f211 1 f105"/>
              <a:gd name="f307" fmla="*/ f212 1 f106"/>
              <a:gd name="f308" fmla="*/ f213 1 f105"/>
              <a:gd name="f309" fmla="*/ f214 1 f106"/>
              <a:gd name="f310" fmla="*/ f215 1 f105"/>
              <a:gd name="f311" fmla="*/ f216 1 f106"/>
              <a:gd name="f312" fmla="*/ f217 1 f105"/>
              <a:gd name="f313" fmla="*/ f218 1 f106"/>
              <a:gd name="f314" fmla="*/ f219 1 f105"/>
              <a:gd name="f315" fmla="*/ f220 1 f106"/>
              <a:gd name="f316" fmla="*/ f221 1 f105"/>
              <a:gd name="f317" fmla="*/ f222 1 f106"/>
              <a:gd name="f318" fmla="*/ f223 1 f105"/>
              <a:gd name="f319" fmla="*/ f224 1 f106"/>
              <a:gd name="f320" fmla="*/ f225 1 f105"/>
              <a:gd name="f321" fmla="*/ f226 1 f106"/>
              <a:gd name="f322" fmla="*/ f227 1 f105"/>
              <a:gd name="f323" fmla="*/ f228 1 f106"/>
              <a:gd name="f324" fmla="*/ f229 1 f105"/>
              <a:gd name="f325" fmla="*/ f230 1 f106"/>
              <a:gd name="f326" fmla="*/ f231 1 f105"/>
              <a:gd name="f327" fmla="*/ f232 1 f106"/>
              <a:gd name="f328" fmla="*/ f233 1 f105"/>
              <a:gd name="f329" fmla="*/ f234 1 f106"/>
              <a:gd name="f330" fmla="*/ f235 1 f105"/>
              <a:gd name="f331" fmla="*/ f236 1 f106"/>
              <a:gd name="f332" fmla="*/ f237 1 f105"/>
              <a:gd name="f333" fmla="*/ f238 1 f106"/>
              <a:gd name="f334" fmla="*/ f239 1 f105"/>
              <a:gd name="f335" fmla="*/ f240 1 f106"/>
              <a:gd name="f336" fmla="*/ f241 1 f105"/>
              <a:gd name="f337" fmla="*/ f242 1 f106"/>
              <a:gd name="f338" fmla="*/ f243 1 f105"/>
              <a:gd name="f339" fmla="*/ f244 1 f106"/>
              <a:gd name="f340" fmla="*/ f245 1 f105"/>
              <a:gd name="f341" fmla="*/ f246 1 f105"/>
              <a:gd name="f342" fmla="*/ f247 1 f106"/>
              <a:gd name="f343" fmla="*/ f248 1 f105"/>
              <a:gd name="f344" fmla="*/ f249 1 f105"/>
              <a:gd name="f345" fmla="*/ f250 1 f105"/>
              <a:gd name="f346" fmla="*/ f251 1 f106"/>
              <a:gd name="f347" fmla="*/ f252 1 f105"/>
              <a:gd name="f348" fmla="*/ f253 1 f105"/>
              <a:gd name="f349" fmla="*/ f254 1 f106"/>
              <a:gd name="f350" fmla="*/ f255 1 f105"/>
              <a:gd name="f351" fmla="*/ f256 1 f106"/>
              <a:gd name="f352" fmla="*/ f257 1 f105"/>
              <a:gd name="f353" fmla="*/ f258 1 f106"/>
              <a:gd name="f354" fmla="*/ f259 1 f105"/>
              <a:gd name="f355" fmla="*/ f260 1 f106"/>
              <a:gd name="f356" fmla="*/ f261 1 f105"/>
              <a:gd name="f357" fmla="*/ f262 1 f106"/>
              <a:gd name="f358" fmla="*/ f263 1 f105"/>
              <a:gd name="f359" fmla="*/ f264 1 f106"/>
              <a:gd name="f360" fmla="*/ f265 1 f105"/>
              <a:gd name="f361" fmla="*/ f266 1 f106"/>
              <a:gd name="f362" fmla="*/ f267 1 f105"/>
              <a:gd name="f363" fmla="*/ f268 1 f106"/>
              <a:gd name="f364" fmla="*/ f269 1 f105"/>
              <a:gd name="f365" fmla="*/ f270 1 f106"/>
              <a:gd name="f366" fmla="*/ f271 1 f105"/>
              <a:gd name="f367" fmla="*/ f272 1 f106"/>
              <a:gd name="f368" fmla="*/ f273 1 f105"/>
              <a:gd name="f369" fmla="*/ f274 1 f105"/>
              <a:gd name="f370" fmla="*/ f275 1 f106"/>
              <a:gd name="f371" fmla="*/ f276 1 f105"/>
              <a:gd name="f372" fmla="*/ f277 1 f106"/>
              <a:gd name="f373" fmla="*/ f278 1 f105"/>
              <a:gd name="f374" fmla="*/ f279 1 f106"/>
              <a:gd name="f375" fmla="*/ f280 1 f105"/>
              <a:gd name="f376" fmla="*/ f281 1 f106"/>
              <a:gd name="f377" fmla="*/ f282 1 f105"/>
              <a:gd name="f378" fmla="*/ f283 1 f106"/>
              <a:gd name="f379" fmla="*/ f284 1 f105"/>
              <a:gd name="f380" fmla="*/ f285 1 f106"/>
              <a:gd name="f381" fmla="*/ f286 1 f106"/>
              <a:gd name="f382" fmla="*/ f287 1 f105"/>
              <a:gd name="f383" fmla="*/ f288 1 f106"/>
              <a:gd name="f384" fmla="*/ f289 1 f105"/>
              <a:gd name="f385" fmla="*/ f290 f96 1"/>
              <a:gd name="f386" fmla="*/ f291 f96 1"/>
              <a:gd name="f387" fmla="*/ f293 f97 1"/>
              <a:gd name="f388" fmla="*/ f292 f97 1"/>
              <a:gd name="f389" fmla="*/ f294 f96 1"/>
              <a:gd name="f390" fmla="*/ f295 f97 1"/>
              <a:gd name="f391" fmla="*/ f296 f96 1"/>
              <a:gd name="f392" fmla="*/ f297 f97 1"/>
              <a:gd name="f393" fmla="*/ f298 f96 1"/>
              <a:gd name="f394" fmla="*/ f299 f97 1"/>
              <a:gd name="f395" fmla="*/ f300 f96 1"/>
              <a:gd name="f396" fmla="*/ f301 f97 1"/>
              <a:gd name="f397" fmla="*/ f302 f96 1"/>
              <a:gd name="f398" fmla="*/ f303 f97 1"/>
              <a:gd name="f399" fmla="*/ f304 f96 1"/>
              <a:gd name="f400" fmla="*/ f305 f97 1"/>
              <a:gd name="f401" fmla="*/ f306 f96 1"/>
              <a:gd name="f402" fmla="*/ f307 f97 1"/>
              <a:gd name="f403" fmla="*/ f308 f96 1"/>
              <a:gd name="f404" fmla="*/ f309 f97 1"/>
              <a:gd name="f405" fmla="*/ f310 f96 1"/>
              <a:gd name="f406" fmla="*/ f311 f97 1"/>
              <a:gd name="f407" fmla="*/ f312 f96 1"/>
              <a:gd name="f408" fmla="*/ f313 f97 1"/>
              <a:gd name="f409" fmla="*/ f314 f96 1"/>
              <a:gd name="f410" fmla="*/ f315 f97 1"/>
              <a:gd name="f411" fmla="*/ f316 f96 1"/>
              <a:gd name="f412" fmla="*/ f317 f97 1"/>
              <a:gd name="f413" fmla="*/ f318 f96 1"/>
              <a:gd name="f414" fmla="*/ f319 f97 1"/>
              <a:gd name="f415" fmla="*/ f320 f96 1"/>
              <a:gd name="f416" fmla="*/ f321 f97 1"/>
              <a:gd name="f417" fmla="*/ f322 f96 1"/>
              <a:gd name="f418" fmla="*/ f323 f97 1"/>
              <a:gd name="f419" fmla="*/ f324 f96 1"/>
              <a:gd name="f420" fmla="*/ f325 f97 1"/>
              <a:gd name="f421" fmla="*/ f326 f96 1"/>
              <a:gd name="f422" fmla="*/ f327 f97 1"/>
              <a:gd name="f423" fmla="*/ f328 f96 1"/>
              <a:gd name="f424" fmla="*/ f329 f97 1"/>
              <a:gd name="f425" fmla="*/ f330 f96 1"/>
              <a:gd name="f426" fmla="*/ f331 f97 1"/>
              <a:gd name="f427" fmla="*/ f332 f96 1"/>
              <a:gd name="f428" fmla="*/ f333 f97 1"/>
              <a:gd name="f429" fmla="*/ f334 f96 1"/>
              <a:gd name="f430" fmla="*/ f335 f97 1"/>
              <a:gd name="f431" fmla="*/ f336 f96 1"/>
              <a:gd name="f432" fmla="*/ f337 f97 1"/>
              <a:gd name="f433" fmla="*/ f338 f96 1"/>
              <a:gd name="f434" fmla="*/ f339 f97 1"/>
              <a:gd name="f435" fmla="*/ f340 f96 1"/>
              <a:gd name="f436" fmla="*/ f341 f96 1"/>
              <a:gd name="f437" fmla="*/ f342 f97 1"/>
              <a:gd name="f438" fmla="*/ f343 f96 1"/>
              <a:gd name="f439" fmla="*/ f344 f96 1"/>
              <a:gd name="f440" fmla="*/ f345 f96 1"/>
              <a:gd name="f441" fmla="*/ f346 f97 1"/>
              <a:gd name="f442" fmla="*/ f347 f96 1"/>
              <a:gd name="f443" fmla="*/ f348 f96 1"/>
              <a:gd name="f444" fmla="*/ f349 f97 1"/>
              <a:gd name="f445" fmla="*/ f350 f96 1"/>
              <a:gd name="f446" fmla="*/ f351 f97 1"/>
              <a:gd name="f447" fmla="*/ f352 f96 1"/>
              <a:gd name="f448" fmla="*/ f353 f97 1"/>
              <a:gd name="f449" fmla="*/ f354 f96 1"/>
              <a:gd name="f450" fmla="*/ f355 f97 1"/>
              <a:gd name="f451" fmla="*/ f356 f96 1"/>
              <a:gd name="f452" fmla="*/ f357 f97 1"/>
              <a:gd name="f453" fmla="*/ f358 f96 1"/>
              <a:gd name="f454" fmla="*/ f359 f97 1"/>
              <a:gd name="f455" fmla="*/ f360 f96 1"/>
              <a:gd name="f456" fmla="*/ f361 f97 1"/>
              <a:gd name="f457" fmla="*/ f362 f96 1"/>
              <a:gd name="f458" fmla="*/ f363 f97 1"/>
              <a:gd name="f459" fmla="*/ f364 f96 1"/>
              <a:gd name="f460" fmla="*/ f365 f97 1"/>
              <a:gd name="f461" fmla="*/ f366 f96 1"/>
              <a:gd name="f462" fmla="*/ f367 f97 1"/>
              <a:gd name="f463" fmla="*/ f368 f96 1"/>
              <a:gd name="f464" fmla="*/ f369 f96 1"/>
              <a:gd name="f465" fmla="*/ f370 f97 1"/>
              <a:gd name="f466" fmla="*/ f371 f96 1"/>
              <a:gd name="f467" fmla="*/ f372 f97 1"/>
              <a:gd name="f468" fmla="*/ f373 f96 1"/>
              <a:gd name="f469" fmla="*/ f374 f97 1"/>
              <a:gd name="f470" fmla="*/ f375 f96 1"/>
              <a:gd name="f471" fmla="*/ f376 f97 1"/>
              <a:gd name="f472" fmla="*/ f377 f96 1"/>
              <a:gd name="f473" fmla="*/ f378 f97 1"/>
              <a:gd name="f474" fmla="*/ f379 f96 1"/>
              <a:gd name="f475" fmla="*/ f380 f97 1"/>
              <a:gd name="f476" fmla="*/ f381 f97 1"/>
              <a:gd name="f477" fmla="*/ f382 f96 1"/>
              <a:gd name="f478" fmla="*/ f383 f97 1"/>
              <a:gd name="f479" fmla="*/ f384 f9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8">
                <a:pos x="f389" y="f390"/>
              </a:cxn>
              <a:cxn ang="f198">
                <a:pos x="f391" y="f392"/>
              </a:cxn>
              <a:cxn ang="f198">
                <a:pos x="f393" y="f394"/>
              </a:cxn>
              <a:cxn ang="f198">
                <a:pos x="f395" y="f396"/>
              </a:cxn>
              <a:cxn ang="f198">
                <a:pos x="f397" y="f398"/>
              </a:cxn>
              <a:cxn ang="f198">
                <a:pos x="f399" y="f400"/>
              </a:cxn>
              <a:cxn ang="f198">
                <a:pos x="f401" y="f402"/>
              </a:cxn>
              <a:cxn ang="f198">
                <a:pos x="f403" y="f404"/>
              </a:cxn>
              <a:cxn ang="f198">
                <a:pos x="f405" y="f406"/>
              </a:cxn>
              <a:cxn ang="f198">
                <a:pos x="f407" y="f408"/>
              </a:cxn>
              <a:cxn ang="f198">
                <a:pos x="f409" y="f410"/>
              </a:cxn>
              <a:cxn ang="f198">
                <a:pos x="f411" y="f412"/>
              </a:cxn>
              <a:cxn ang="f198">
                <a:pos x="f413" y="f414"/>
              </a:cxn>
              <a:cxn ang="f198">
                <a:pos x="f415" y="f416"/>
              </a:cxn>
              <a:cxn ang="f198">
                <a:pos x="f417" y="f418"/>
              </a:cxn>
              <a:cxn ang="f198">
                <a:pos x="f419" y="f420"/>
              </a:cxn>
              <a:cxn ang="f198">
                <a:pos x="f421" y="f422"/>
              </a:cxn>
              <a:cxn ang="f198">
                <a:pos x="f423" y="f424"/>
              </a:cxn>
              <a:cxn ang="f198">
                <a:pos x="f425" y="f426"/>
              </a:cxn>
              <a:cxn ang="f198">
                <a:pos x="f427" y="f428"/>
              </a:cxn>
              <a:cxn ang="f198">
                <a:pos x="f429" y="f430"/>
              </a:cxn>
              <a:cxn ang="f198">
                <a:pos x="f431" y="f432"/>
              </a:cxn>
              <a:cxn ang="f198">
                <a:pos x="f433" y="f434"/>
              </a:cxn>
              <a:cxn ang="f198">
                <a:pos x="f435" y="f434"/>
              </a:cxn>
              <a:cxn ang="f198">
                <a:pos x="f436" y="f437"/>
              </a:cxn>
              <a:cxn ang="f198">
                <a:pos x="f438" y="f434"/>
              </a:cxn>
              <a:cxn ang="f198">
                <a:pos x="f439" y="f432"/>
              </a:cxn>
              <a:cxn ang="f198">
                <a:pos x="f440" y="f441"/>
              </a:cxn>
              <a:cxn ang="f198">
                <a:pos x="f442" y="f428"/>
              </a:cxn>
              <a:cxn ang="f198">
                <a:pos x="f443" y="f444"/>
              </a:cxn>
              <a:cxn ang="f198">
                <a:pos x="f445" y="f446"/>
              </a:cxn>
              <a:cxn ang="f198">
                <a:pos x="f447" y="f448"/>
              </a:cxn>
              <a:cxn ang="f198">
                <a:pos x="f449" y="f450"/>
              </a:cxn>
              <a:cxn ang="f198">
                <a:pos x="f451" y="f452"/>
              </a:cxn>
              <a:cxn ang="f198">
                <a:pos x="f453" y="f454"/>
              </a:cxn>
              <a:cxn ang="f198">
                <a:pos x="f455" y="f456"/>
              </a:cxn>
              <a:cxn ang="f198">
                <a:pos x="f457" y="f458"/>
              </a:cxn>
              <a:cxn ang="f198">
                <a:pos x="f459" y="f460"/>
              </a:cxn>
              <a:cxn ang="f198">
                <a:pos x="f461" y="f462"/>
              </a:cxn>
              <a:cxn ang="f198">
                <a:pos x="f463" y="f408"/>
              </a:cxn>
              <a:cxn ang="f198">
                <a:pos x="f464" y="f465"/>
              </a:cxn>
              <a:cxn ang="f198">
                <a:pos x="f466" y="f467"/>
              </a:cxn>
              <a:cxn ang="f198">
                <a:pos x="f468" y="f469"/>
              </a:cxn>
              <a:cxn ang="f198">
                <a:pos x="f470" y="f471"/>
              </a:cxn>
              <a:cxn ang="f198">
                <a:pos x="f472" y="f473"/>
              </a:cxn>
              <a:cxn ang="f198">
                <a:pos x="f474" y="f475"/>
              </a:cxn>
              <a:cxn ang="f198">
                <a:pos x="f474" y="f476"/>
              </a:cxn>
              <a:cxn ang="f198">
                <a:pos x="f477" y="f476"/>
              </a:cxn>
              <a:cxn ang="f198">
                <a:pos x="f477" y="f478"/>
              </a:cxn>
              <a:cxn ang="f198">
                <a:pos x="f474" y="f478"/>
              </a:cxn>
              <a:cxn ang="f198">
                <a:pos x="f479" y="f478"/>
              </a:cxn>
              <a:cxn ang="f198">
                <a:pos x="f479" y="f476"/>
              </a:cxn>
              <a:cxn ang="f198">
                <a:pos x="f389" y="f476"/>
              </a:cxn>
            </a:cxnLst>
            <a:rect l="f385" t="f388" r="f386" b="f387"/>
            <a:pathLst>
              <a:path w="12192000" h="2802467">
                <a:moveTo>
                  <a:pt x="f8" y="f5"/>
                </a:moveTo>
                <a:lnTo>
                  <a:pt x="f9" y="f10"/>
                </a:lnTo>
                <a:lnTo>
                  <a:pt x="f11" y="f12"/>
                </a:lnTo>
                <a:lnTo>
                  <a:pt x="f13" y="f14"/>
                </a:lnTo>
                <a:lnTo>
                  <a:pt x="f15" y="f16"/>
                </a:lnTo>
                <a:lnTo>
                  <a:pt x="f17" y="f18"/>
                </a:lnTo>
                <a:lnTo>
                  <a:pt x="f19" y="f20"/>
                </a:lnTo>
                <a:lnTo>
                  <a:pt x="f21" y="f22"/>
                </a:lnTo>
                <a:lnTo>
                  <a:pt x="f23" y="f24"/>
                </a:lnTo>
                <a:lnTo>
                  <a:pt x="f25" y="f26"/>
                </a:lnTo>
                <a:lnTo>
                  <a:pt x="f27" y="f28"/>
                </a:lnTo>
                <a:lnTo>
                  <a:pt x="f29" y="f30"/>
                </a:lnTo>
                <a:lnTo>
                  <a:pt x="f31" y="f32"/>
                </a:lnTo>
                <a:lnTo>
                  <a:pt x="f33" y="f34"/>
                </a:lnTo>
                <a:lnTo>
                  <a:pt x="f35" y="f36"/>
                </a:lnTo>
                <a:lnTo>
                  <a:pt x="f37" y="f38"/>
                </a:lnTo>
                <a:lnTo>
                  <a:pt x="f39" y="f40"/>
                </a:lnTo>
                <a:lnTo>
                  <a:pt x="f41" y="f42"/>
                </a:lnTo>
                <a:lnTo>
                  <a:pt x="f43" y="f44"/>
                </a:lnTo>
                <a:lnTo>
                  <a:pt x="f45" y="f46"/>
                </a:lnTo>
                <a:lnTo>
                  <a:pt x="f47" y="f48"/>
                </a:lnTo>
                <a:lnTo>
                  <a:pt x="f49" y="f50"/>
                </a:lnTo>
                <a:lnTo>
                  <a:pt x="f51" y="f52"/>
                </a:lnTo>
                <a:lnTo>
                  <a:pt x="f53" y="f52"/>
                </a:lnTo>
                <a:lnTo>
                  <a:pt x="f54" y="f55"/>
                </a:lnTo>
                <a:lnTo>
                  <a:pt x="f56" y="f52"/>
                </a:lnTo>
                <a:lnTo>
                  <a:pt x="f57" y="f50"/>
                </a:lnTo>
                <a:lnTo>
                  <a:pt x="f58" y="f59"/>
                </a:lnTo>
                <a:lnTo>
                  <a:pt x="f60" y="f46"/>
                </a:lnTo>
                <a:lnTo>
                  <a:pt x="f61" y="f62"/>
                </a:lnTo>
                <a:lnTo>
                  <a:pt x="f63" y="f64"/>
                </a:lnTo>
                <a:lnTo>
                  <a:pt x="f65" y="f66"/>
                </a:lnTo>
                <a:lnTo>
                  <a:pt x="f67" y="f68"/>
                </a:lnTo>
                <a:lnTo>
                  <a:pt x="f69" y="f70"/>
                </a:lnTo>
                <a:lnTo>
                  <a:pt x="f71" y="f72"/>
                </a:lnTo>
                <a:lnTo>
                  <a:pt x="f73" y="f74"/>
                </a:lnTo>
                <a:lnTo>
                  <a:pt x="f75" y="f76"/>
                </a:lnTo>
                <a:lnTo>
                  <a:pt x="f77" y="f78"/>
                </a:lnTo>
                <a:lnTo>
                  <a:pt x="f79" y="f80"/>
                </a:lnTo>
                <a:lnTo>
                  <a:pt x="f81" y="f26"/>
                </a:lnTo>
                <a:lnTo>
                  <a:pt x="f82" y="f83"/>
                </a:lnTo>
                <a:lnTo>
                  <a:pt x="f84" y="f85"/>
                </a:lnTo>
                <a:lnTo>
                  <a:pt x="f86" y="f87"/>
                </a:lnTo>
                <a:lnTo>
                  <a:pt x="f88" y="f89"/>
                </a:lnTo>
                <a:lnTo>
                  <a:pt x="f90" y="f91"/>
                </a:lnTo>
                <a:lnTo>
                  <a:pt x="f92" y="f93"/>
                </a:lnTo>
                <a:lnTo>
                  <a:pt x="f92" y="f94"/>
                </a:lnTo>
                <a:lnTo>
                  <a:pt x="f6" y="f94"/>
                </a:lnTo>
                <a:lnTo>
                  <a:pt x="f6" y="f7"/>
                </a:lnTo>
                <a:lnTo>
                  <a:pt x="f92" y="f7"/>
                </a:lnTo>
                <a:lnTo>
                  <a:pt x="f5" y="f7"/>
                </a:lnTo>
                <a:lnTo>
                  <a:pt x="f5" y="f94"/>
                </a:lnTo>
                <a:lnTo>
                  <a:pt x="f8" y="f94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59F0700-82DE-4581-A1BF-3A158BD29B68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5D8EA48B-A142-4828-AF93-DEA2E41DC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4110822"/>
            <a:ext cx="5015255" cy="19089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hu-HU">
                <a:solidFill>
                  <a:srgbClr val="00B050"/>
                </a:solidFill>
              </a:rPr>
              <a:t>Trello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2296428-968A-44D2-B6C7-B0D0A0F7F27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75891" y="4110822"/>
            <a:ext cx="4772509" cy="19089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C7CE26BB-6B03-4487-A9B4-A0DF416D81BE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309A1861-1E63-4A19-870D-7C6A410B643B}"/>
              </a:ext>
            </a:extLst>
          </p:cNvPr>
          <p:cNvSpPr>
            <a:spLocks noMove="1" noResize="1"/>
          </p:cNvSpPr>
          <p:nvPr/>
        </p:nvSpPr>
        <p:spPr>
          <a:xfrm rot="15922474">
            <a:off x="3140478" y="1826073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53227D20-1ED7-4000-AAB4-C8A0E2D0EC37}"/>
              </a:ext>
            </a:extLst>
          </p:cNvPr>
          <p:cNvSpPr>
            <a:spLocks noMove="1" noResize="1"/>
          </p:cNvSpPr>
          <p:nvPr/>
        </p:nvSpPr>
        <p:spPr>
          <a:xfrm rot="16200004">
            <a:off x="5171974" y="-140863"/>
            <a:ext cx="6053666" cy="713973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053670"/>
              <a:gd name="f7" fmla="val 7139732"/>
              <a:gd name="f8" fmla="val 1098"/>
              <a:gd name="f9" fmla="val 1084479"/>
              <a:gd name="f10" fmla="val 1254558"/>
              <a:gd name="f11" fmla="val 1249853"/>
              <a:gd name="f12" fmla="val 35717"/>
              <a:gd name="f13" fmla="val 5488"/>
              <a:gd name="f14" fmla="val 140445"/>
              <a:gd name="f15" fmla="val 21641"/>
              <a:gd name="f16" fmla="val 216722"/>
              <a:gd name="f17" fmla="val 32932"/>
              <a:gd name="f18" fmla="val 307527"/>
              <a:gd name="f19" fmla="val 44850"/>
              <a:gd name="f20" fmla="val 415282"/>
              <a:gd name="f21" fmla="val 59121"/>
              <a:gd name="f22" fmla="val 534539"/>
              <a:gd name="f23" fmla="val 74175"/>
              <a:gd name="f24" fmla="val 668931"/>
              <a:gd name="f25" fmla="val 90014"/>
              <a:gd name="f26" fmla="val 815430"/>
              <a:gd name="f27" fmla="val 106794"/>
              <a:gd name="f28" fmla="val 974641"/>
              <a:gd name="f29" fmla="val 123574"/>
              <a:gd name="f30" fmla="val 1144144"/>
              <a:gd name="f31" fmla="val 140667"/>
              <a:gd name="f32" fmla="val 1326965"/>
              <a:gd name="f33" fmla="val 156506"/>
              <a:gd name="f34" fmla="val 1518261"/>
              <a:gd name="f35" fmla="val 171717"/>
              <a:gd name="f36" fmla="val 1720453"/>
              <a:gd name="f37" fmla="val 185518"/>
              <a:gd name="f38" fmla="val 1931121"/>
              <a:gd name="f39" fmla="val 198690"/>
              <a:gd name="f40" fmla="val 2150869"/>
              <a:gd name="f41" fmla="val 211079"/>
              <a:gd name="f42" fmla="val 2263467"/>
              <a:gd name="f43" fmla="val 215470"/>
              <a:gd name="f44" fmla="val 2378487"/>
              <a:gd name="f45" fmla="val 220332"/>
              <a:gd name="f46" fmla="val 2495323"/>
              <a:gd name="f47" fmla="val 224879"/>
              <a:gd name="f48" fmla="val 2612764"/>
              <a:gd name="f49" fmla="val 227859"/>
              <a:gd name="f50" fmla="val 2732627"/>
              <a:gd name="f51" fmla="val 230525"/>
              <a:gd name="f52" fmla="val 2853700"/>
              <a:gd name="f53" fmla="val 233348"/>
              <a:gd name="f54" fmla="val 2977195"/>
              <a:gd name="f55" fmla="val 235229"/>
              <a:gd name="f56" fmla="val 3101901"/>
              <a:gd name="f57" fmla="val 3227817"/>
              <a:gd name="f58" fmla="val 236170"/>
              <a:gd name="f59" fmla="val 3354944"/>
              <a:gd name="f60" fmla="val 3483887"/>
              <a:gd name="f61" fmla="val 3612830"/>
              <a:gd name="f62" fmla="val 231623"/>
              <a:gd name="f63" fmla="val 3743590"/>
              <a:gd name="f64" fmla="val 3875560"/>
              <a:gd name="f65" fmla="val 223938"/>
              <a:gd name="f66" fmla="val 4007530"/>
              <a:gd name="f67" fmla="val 219391"/>
              <a:gd name="f68" fmla="val 4140710"/>
              <a:gd name="f69" fmla="val 212961"/>
              <a:gd name="f70" fmla="val 4275102"/>
              <a:gd name="f71" fmla="val 205277"/>
              <a:gd name="f72" fmla="val 4410098"/>
              <a:gd name="f73" fmla="val 197907"/>
              <a:gd name="f74" fmla="val 4545096"/>
              <a:gd name="f75" fmla="val 188498"/>
              <a:gd name="f76" fmla="val 4681909"/>
              <a:gd name="f77" fmla="val 177207"/>
              <a:gd name="f78" fmla="val 4816905"/>
              <a:gd name="f79" fmla="val 165916"/>
              <a:gd name="f80" fmla="val 4954323"/>
              <a:gd name="f81" fmla="val 152899"/>
              <a:gd name="f82" fmla="val 5092347"/>
              <a:gd name="f83" fmla="val 138629"/>
              <a:gd name="f84" fmla="val 5228555"/>
              <a:gd name="f85" fmla="val 5366578"/>
              <a:gd name="f86" fmla="val 106010"/>
              <a:gd name="f87" fmla="val 5503997"/>
              <a:gd name="f88" fmla="val 87192"/>
              <a:gd name="f89" fmla="val 5642020"/>
              <a:gd name="f90" fmla="val 68530"/>
              <a:gd name="f91" fmla="val 5779438"/>
              <a:gd name="f92" fmla="val 46733"/>
              <a:gd name="f93" fmla="val 5916251"/>
              <a:gd name="f94" fmla="val 24464"/>
              <a:gd name="f95" fmla="+- 0 0 -90"/>
              <a:gd name="f96" fmla="*/ f3 1 6053670"/>
              <a:gd name="f97" fmla="*/ f4 1 7139732"/>
              <a:gd name="f98" fmla="val f5"/>
              <a:gd name="f99" fmla="val f6"/>
              <a:gd name="f100" fmla="val f7"/>
              <a:gd name="f101" fmla="*/ f95 f0 1"/>
              <a:gd name="f102" fmla="+- f100 0 f98"/>
              <a:gd name="f103" fmla="+- f99 0 f98"/>
              <a:gd name="f104" fmla="*/ f101 1 f2"/>
              <a:gd name="f105" fmla="*/ f103 1 6053670"/>
              <a:gd name="f106" fmla="*/ f102 1 7139732"/>
              <a:gd name="f107" fmla="*/ 6053670 f103 1"/>
              <a:gd name="f108" fmla="*/ 1098 f102 1"/>
              <a:gd name="f109" fmla="*/ 1084479 f102 1"/>
              <a:gd name="f110" fmla="*/ 1254558 f102 1"/>
              <a:gd name="f111" fmla="*/ 7139732 f102 1"/>
              <a:gd name="f112" fmla="*/ 0 f103 1"/>
              <a:gd name="f113" fmla="*/ 1249853 f102 1"/>
              <a:gd name="f114" fmla="*/ 0 f102 1"/>
              <a:gd name="f115" fmla="*/ 35717 f103 1"/>
              <a:gd name="f116" fmla="*/ 5488 f102 1"/>
              <a:gd name="f117" fmla="*/ 140445 f103 1"/>
              <a:gd name="f118" fmla="*/ 21641 f102 1"/>
              <a:gd name="f119" fmla="*/ 216722 f103 1"/>
              <a:gd name="f120" fmla="*/ 32932 f102 1"/>
              <a:gd name="f121" fmla="*/ 307527 f103 1"/>
              <a:gd name="f122" fmla="*/ 44850 f102 1"/>
              <a:gd name="f123" fmla="*/ 415282 f103 1"/>
              <a:gd name="f124" fmla="*/ 59121 f102 1"/>
              <a:gd name="f125" fmla="*/ 534539 f103 1"/>
              <a:gd name="f126" fmla="*/ 74175 f102 1"/>
              <a:gd name="f127" fmla="*/ 668931 f103 1"/>
              <a:gd name="f128" fmla="*/ 90014 f102 1"/>
              <a:gd name="f129" fmla="*/ 815430 f103 1"/>
              <a:gd name="f130" fmla="*/ 106794 f102 1"/>
              <a:gd name="f131" fmla="*/ 974641 f103 1"/>
              <a:gd name="f132" fmla="*/ 123574 f102 1"/>
              <a:gd name="f133" fmla="*/ 1144144 f103 1"/>
              <a:gd name="f134" fmla="*/ 140667 f102 1"/>
              <a:gd name="f135" fmla="*/ 1326965 f103 1"/>
              <a:gd name="f136" fmla="*/ 156506 f102 1"/>
              <a:gd name="f137" fmla="*/ 1518261 f103 1"/>
              <a:gd name="f138" fmla="*/ 171717 f102 1"/>
              <a:gd name="f139" fmla="*/ 1720453 f103 1"/>
              <a:gd name="f140" fmla="*/ 185518 f102 1"/>
              <a:gd name="f141" fmla="*/ 1931121 f103 1"/>
              <a:gd name="f142" fmla="*/ 198690 f102 1"/>
              <a:gd name="f143" fmla="*/ 2150869 f103 1"/>
              <a:gd name="f144" fmla="*/ 211079 f102 1"/>
              <a:gd name="f145" fmla="*/ 2263467 f103 1"/>
              <a:gd name="f146" fmla="*/ 215470 f102 1"/>
              <a:gd name="f147" fmla="*/ 2378487 f103 1"/>
              <a:gd name="f148" fmla="*/ 220332 f102 1"/>
              <a:gd name="f149" fmla="*/ 2495323 f103 1"/>
              <a:gd name="f150" fmla="*/ 224879 f102 1"/>
              <a:gd name="f151" fmla="*/ 2612764 f103 1"/>
              <a:gd name="f152" fmla="*/ 227859 f102 1"/>
              <a:gd name="f153" fmla="*/ 2732627 f103 1"/>
              <a:gd name="f154" fmla="*/ 230525 f102 1"/>
              <a:gd name="f155" fmla="*/ 2853700 f103 1"/>
              <a:gd name="f156" fmla="*/ 233348 f102 1"/>
              <a:gd name="f157" fmla="*/ 2977195 f103 1"/>
              <a:gd name="f158" fmla="*/ 235229 f102 1"/>
              <a:gd name="f159" fmla="*/ 3101901 f103 1"/>
              <a:gd name="f160" fmla="*/ 3227817 f103 1"/>
              <a:gd name="f161" fmla="*/ 236170 f102 1"/>
              <a:gd name="f162" fmla="*/ 3354944 f103 1"/>
              <a:gd name="f163" fmla="*/ 3483887 f103 1"/>
              <a:gd name="f164" fmla="*/ 3612830 f103 1"/>
              <a:gd name="f165" fmla="*/ 231623 f102 1"/>
              <a:gd name="f166" fmla="*/ 3743590 f103 1"/>
              <a:gd name="f167" fmla="*/ 3875560 f103 1"/>
              <a:gd name="f168" fmla="*/ 223938 f102 1"/>
              <a:gd name="f169" fmla="*/ 4007530 f103 1"/>
              <a:gd name="f170" fmla="*/ 219391 f102 1"/>
              <a:gd name="f171" fmla="*/ 4140710 f103 1"/>
              <a:gd name="f172" fmla="*/ 212961 f102 1"/>
              <a:gd name="f173" fmla="*/ 4275102 f103 1"/>
              <a:gd name="f174" fmla="*/ 205277 f102 1"/>
              <a:gd name="f175" fmla="*/ 4410098 f103 1"/>
              <a:gd name="f176" fmla="*/ 197907 f102 1"/>
              <a:gd name="f177" fmla="*/ 4545096 f103 1"/>
              <a:gd name="f178" fmla="*/ 188498 f102 1"/>
              <a:gd name="f179" fmla="*/ 4681909 f103 1"/>
              <a:gd name="f180" fmla="*/ 177207 f102 1"/>
              <a:gd name="f181" fmla="*/ 4816905 f103 1"/>
              <a:gd name="f182" fmla="*/ 165916 f102 1"/>
              <a:gd name="f183" fmla="*/ 4954323 f103 1"/>
              <a:gd name="f184" fmla="*/ 152899 f102 1"/>
              <a:gd name="f185" fmla="*/ 5092347 f103 1"/>
              <a:gd name="f186" fmla="*/ 138629 f102 1"/>
              <a:gd name="f187" fmla="*/ 5228555 f103 1"/>
              <a:gd name="f188" fmla="*/ 5366578 f103 1"/>
              <a:gd name="f189" fmla="*/ 106010 f102 1"/>
              <a:gd name="f190" fmla="*/ 5503997 f103 1"/>
              <a:gd name="f191" fmla="*/ 87192 f102 1"/>
              <a:gd name="f192" fmla="*/ 5642020 f103 1"/>
              <a:gd name="f193" fmla="*/ 68530 f102 1"/>
              <a:gd name="f194" fmla="*/ 5779438 f103 1"/>
              <a:gd name="f195" fmla="*/ 46733 f102 1"/>
              <a:gd name="f196" fmla="*/ 5916251 f103 1"/>
              <a:gd name="f197" fmla="*/ 24464 f102 1"/>
              <a:gd name="f198" fmla="+- f104 0 f1"/>
              <a:gd name="f199" fmla="*/ f107 1 6053670"/>
              <a:gd name="f200" fmla="*/ f108 1 7139732"/>
              <a:gd name="f201" fmla="*/ f109 1 7139732"/>
              <a:gd name="f202" fmla="*/ f110 1 7139732"/>
              <a:gd name="f203" fmla="*/ f111 1 7139732"/>
              <a:gd name="f204" fmla="*/ f112 1 6053670"/>
              <a:gd name="f205" fmla="*/ f113 1 7139732"/>
              <a:gd name="f206" fmla="*/ f114 1 7139732"/>
              <a:gd name="f207" fmla="*/ f115 1 6053670"/>
              <a:gd name="f208" fmla="*/ f116 1 7139732"/>
              <a:gd name="f209" fmla="*/ f117 1 6053670"/>
              <a:gd name="f210" fmla="*/ f118 1 7139732"/>
              <a:gd name="f211" fmla="*/ f119 1 6053670"/>
              <a:gd name="f212" fmla="*/ f120 1 7139732"/>
              <a:gd name="f213" fmla="*/ f121 1 6053670"/>
              <a:gd name="f214" fmla="*/ f122 1 7139732"/>
              <a:gd name="f215" fmla="*/ f123 1 6053670"/>
              <a:gd name="f216" fmla="*/ f124 1 7139732"/>
              <a:gd name="f217" fmla="*/ f125 1 6053670"/>
              <a:gd name="f218" fmla="*/ f126 1 7139732"/>
              <a:gd name="f219" fmla="*/ f127 1 6053670"/>
              <a:gd name="f220" fmla="*/ f128 1 7139732"/>
              <a:gd name="f221" fmla="*/ f129 1 6053670"/>
              <a:gd name="f222" fmla="*/ f130 1 7139732"/>
              <a:gd name="f223" fmla="*/ f131 1 6053670"/>
              <a:gd name="f224" fmla="*/ f132 1 7139732"/>
              <a:gd name="f225" fmla="*/ f133 1 6053670"/>
              <a:gd name="f226" fmla="*/ f134 1 7139732"/>
              <a:gd name="f227" fmla="*/ f135 1 6053670"/>
              <a:gd name="f228" fmla="*/ f136 1 7139732"/>
              <a:gd name="f229" fmla="*/ f137 1 6053670"/>
              <a:gd name="f230" fmla="*/ f138 1 7139732"/>
              <a:gd name="f231" fmla="*/ f139 1 6053670"/>
              <a:gd name="f232" fmla="*/ f140 1 7139732"/>
              <a:gd name="f233" fmla="*/ f141 1 6053670"/>
              <a:gd name="f234" fmla="*/ f142 1 7139732"/>
              <a:gd name="f235" fmla="*/ f143 1 6053670"/>
              <a:gd name="f236" fmla="*/ f144 1 7139732"/>
              <a:gd name="f237" fmla="*/ f145 1 6053670"/>
              <a:gd name="f238" fmla="*/ f146 1 7139732"/>
              <a:gd name="f239" fmla="*/ f147 1 6053670"/>
              <a:gd name="f240" fmla="*/ f148 1 7139732"/>
              <a:gd name="f241" fmla="*/ f149 1 6053670"/>
              <a:gd name="f242" fmla="*/ f150 1 7139732"/>
              <a:gd name="f243" fmla="*/ f151 1 6053670"/>
              <a:gd name="f244" fmla="*/ f152 1 7139732"/>
              <a:gd name="f245" fmla="*/ f153 1 6053670"/>
              <a:gd name="f246" fmla="*/ f154 1 7139732"/>
              <a:gd name="f247" fmla="*/ f155 1 6053670"/>
              <a:gd name="f248" fmla="*/ f156 1 7139732"/>
              <a:gd name="f249" fmla="*/ f157 1 6053670"/>
              <a:gd name="f250" fmla="*/ f158 1 7139732"/>
              <a:gd name="f251" fmla="*/ f159 1 6053670"/>
              <a:gd name="f252" fmla="*/ f160 1 6053670"/>
              <a:gd name="f253" fmla="*/ f161 1 7139732"/>
              <a:gd name="f254" fmla="*/ f162 1 6053670"/>
              <a:gd name="f255" fmla="*/ f163 1 6053670"/>
              <a:gd name="f256" fmla="*/ f164 1 6053670"/>
              <a:gd name="f257" fmla="*/ f165 1 7139732"/>
              <a:gd name="f258" fmla="*/ f166 1 6053670"/>
              <a:gd name="f259" fmla="*/ f167 1 6053670"/>
              <a:gd name="f260" fmla="*/ f168 1 7139732"/>
              <a:gd name="f261" fmla="*/ f169 1 6053670"/>
              <a:gd name="f262" fmla="*/ f170 1 7139732"/>
              <a:gd name="f263" fmla="*/ f171 1 6053670"/>
              <a:gd name="f264" fmla="*/ f172 1 7139732"/>
              <a:gd name="f265" fmla="*/ f173 1 6053670"/>
              <a:gd name="f266" fmla="*/ f174 1 7139732"/>
              <a:gd name="f267" fmla="*/ f175 1 6053670"/>
              <a:gd name="f268" fmla="*/ f176 1 7139732"/>
              <a:gd name="f269" fmla="*/ f177 1 6053670"/>
              <a:gd name="f270" fmla="*/ f178 1 7139732"/>
              <a:gd name="f271" fmla="*/ f179 1 6053670"/>
              <a:gd name="f272" fmla="*/ f180 1 7139732"/>
              <a:gd name="f273" fmla="*/ f181 1 6053670"/>
              <a:gd name="f274" fmla="*/ f182 1 7139732"/>
              <a:gd name="f275" fmla="*/ f183 1 6053670"/>
              <a:gd name="f276" fmla="*/ f184 1 7139732"/>
              <a:gd name="f277" fmla="*/ f185 1 6053670"/>
              <a:gd name="f278" fmla="*/ f186 1 7139732"/>
              <a:gd name="f279" fmla="*/ f187 1 6053670"/>
              <a:gd name="f280" fmla="*/ f188 1 6053670"/>
              <a:gd name="f281" fmla="*/ f189 1 7139732"/>
              <a:gd name="f282" fmla="*/ f190 1 6053670"/>
              <a:gd name="f283" fmla="*/ f191 1 7139732"/>
              <a:gd name="f284" fmla="*/ f192 1 6053670"/>
              <a:gd name="f285" fmla="*/ f193 1 7139732"/>
              <a:gd name="f286" fmla="*/ f194 1 6053670"/>
              <a:gd name="f287" fmla="*/ f195 1 7139732"/>
              <a:gd name="f288" fmla="*/ f196 1 6053670"/>
              <a:gd name="f289" fmla="*/ f197 1 7139732"/>
              <a:gd name="f290" fmla="*/ f98 1 f105"/>
              <a:gd name="f291" fmla="*/ f99 1 f105"/>
              <a:gd name="f292" fmla="*/ f98 1 f106"/>
              <a:gd name="f293" fmla="*/ f100 1 f106"/>
              <a:gd name="f294" fmla="*/ f199 1 f105"/>
              <a:gd name="f295" fmla="*/ f200 1 f106"/>
              <a:gd name="f296" fmla="*/ f201 1 f106"/>
              <a:gd name="f297" fmla="*/ f202 1 f106"/>
              <a:gd name="f298" fmla="*/ f203 1 f106"/>
              <a:gd name="f299" fmla="*/ f204 1 f105"/>
              <a:gd name="f300" fmla="*/ f205 1 f106"/>
              <a:gd name="f301" fmla="*/ f206 1 f106"/>
              <a:gd name="f302" fmla="*/ f207 1 f105"/>
              <a:gd name="f303" fmla="*/ f208 1 f106"/>
              <a:gd name="f304" fmla="*/ f209 1 f105"/>
              <a:gd name="f305" fmla="*/ f210 1 f106"/>
              <a:gd name="f306" fmla="*/ f211 1 f105"/>
              <a:gd name="f307" fmla="*/ f212 1 f106"/>
              <a:gd name="f308" fmla="*/ f213 1 f105"/>
              <a:gd name="f309" fmla="*/ f214 1 f106"/>
              <a:gd name="f310" fmla="*/ f215 1 f105"/>
              <a:gd name="f311" fmla="*/ f216 1 f106"/>
              <a:gd name="f312" fmla="*/ f217 1 f105"/>
              <a:gd name="f313" fmla="*/ f218 1 f106"/>
              <a:gd name="f314" fmla="*/ f219 1 f105"/>
              <a:gd name="f315" fmla="*/ f220 1 f106"/>
              <a:gd name="f316" fmla="*/ f221 1 f105"/>
              <a:gd name="f317" fmla="*/ f222 1 f106"/>
              <a:gd name="f318" fmla="*/ f223 1 f105"/>
              <a:gd name="f319" fmla="*/ f224 1 f106"/>
              <a:gd name="f320" fmla="*/ f225 1 f105"/>
              <a:gd name="f321" fmla="*/ f226 1 f106"/>
              <a:gd name="f322" fmla="*/ f227 1 f105"/>
              <a:gd name="f323" fmla="*/ f228 1 f106"/>
              <a:gd name="f324" fmla="*/ f229 1 f105"/>
              <a:gd name="f325" fmla="*/ f230 1 f106"/>
              <a:gd name="f326" fmla="*/ f231 1 f105"/>
              <a:gd name="f327" fmla="*/ f232 1 f106"/>
              <a:gd name="f328" fmla="*/ f233 1 f105"/>
              <a:gd name="f329" fmla="*/ f234 1 f106"/>
              <a:gd name="f330" fmla="*/ f235 1 f105"/>
              <a:gd name="f331" fmla="*/ f236 1 f106"/>
              <a:gd name="f332" fmla="*/ f237 1 f105"/>
              <a:gd name="f333" fmla="*/ f238 1 f106"/>
              <a:gd name="f334" fmla="*/ f239 1 f105"/>
              <a:gd name="f335" fmla="*/ f240 1 f106"/>
              <a:gd name="f336" fmla="*/ f241 1 f105"/>
              <a:gd name="f337" fmla="*/ f242 1 f106"/>
              <a:gd name="f338" fmla="*/ f243 1 f105"/>
              <a:gd name="f339" fmla="*/ f244 1 f106"/>
              <a:gd name="f340" fmla="*/ f245 1 f105"/>
              <a:gd name="f341" fmla="*/ f246 1 f106"/>
              <a:gd name="f342" fmla="*/ f247 1 f105"/>
              <a:gd name="f343" fmla="*/ f248 1 f106"/>
              <a:gd name="f344" fmla="*/ f249 1 f105"/>
              <a:gd name="f345" fmla="*/ f250 1 f106"/>
              <a:gd name="f346" fmla="*/ f251 1 f105"/>
              <a:gd name="f347" fmla="*/ f252 1 f105"/>
              <a:gd name="f348" fmla="*/ f253 1 f106"/>
              <a:gd name="f349" fmla="*/ f254 1 f105"/>
              <a:gd name="f350" fmla="*/ f255 1 f105"/>
              <a:gd name="f351" fmla="*/ f256 1 f105"/>
              <a:gd name="f352" fmla="*/ f257 1 f106"/>
              <a:gd name="f353" fmla="*/ f258 1 f105"/>
              <a:gd name="f354" fmla="*/ f259 1 f105"/>
              <a:gd name="f355" fmla="*/ f260 1 f106"/>
              <a:gd name="f356" fmla="*/ f261 1 f105"/>
              <a:gd name="f357" fmla="*/ f262 1 f106"/>
              <a:gd name="f358" fmla="*/ f263 1 f105"/>
              <a:gd name="f359" fmla="*/ f264 1 f106"/>
              <a:gd name="f360" fmla="*/ f265 1 f105"/>
              <a:gd name="f361" fmla="*/ f266 1 f106"/>
              <a:gd name="f362" fmla="*/ f267 1 f105"/>
              <a:gd name="f363" fmla="*/ f268 1 f106"/>
              <a:gd name="f364" fmla="*/ f269 1 f105"/>
              <a:gd name="f365" fmla="*/ f270 1 f106"/>
              <a:gd name="f366" fmla="*/ f271 1 f105"/>
              <a:gd name="f367" fmla="*/ f272 1 f106"/>
              <a:gd name="f368" fmla="*/ f273 1 f105"/>
              <a:gd name="f369" fmla="*/ f274 1 f106"/>
              <a:gd name="f370" fmla="*/ f275 1 f105"/>
              <a:gd name="f371" fmla="*/ f276 1 f106"/>
              <a:gd name="f372" fmla="*/ f277 1 f105"/>
              <a:gd name="f373" fmla="*/ f278 1 f106"/>
              <a:gd name="f374" fmla="*/ f279 1 f105"/>
              <a:gd name="f375" fmla="*/ f280 1 f105"/>
              <a:gd name="f376" fmla="*/ f281 1 f106"/>
              <a:gd name="f377" fmla="*/ f282 1 f105"/>
              <a:gd name="f378" fmla="*/ f283 1 f106"/>
              <a:gd name="f379" fmla="*/ f284 1 f105"/>
              <a:gd name="f380" fmla="*/ f285 1 f106"/>
              <a:gd name="f381" fmla="*/ f286 1 f105"/>
              <a:gd name="f382" fmla="*/ f287 1 f106"/>
              <a:gd name="f383" fmla="*/ f288 1 f105"/>
              <a:gd name="f384" fmla="*/ f289 1 f106"/>
              <a:gd name="f385" fmla="*/ f290 f96 1"/>
              <a:gd name="f386" fmla="*/ f291 f96 1"/>
              <a:gd name="f387" fmla="*/ f293 f97 1"/>
              <a:gd name="f388" fmla="*/ f292 f97 1"/>
              <a:gd name="f389" fmla="*/ f294 f96 1"/>
              <a:gd name="f390" fmla="*/ f295 f97 1"/>
              <a:gd name="f391" fmla="*/ f296 f97 1"/>
              <a:gd name="f392" fmla="*/ f297 f97 1"/>
              <a:gd name="f393" fmla="*/ f298 f97 1"/>
              <a:gd name="f394" fmla="*/ f299 f96 1"/>
              <a:gd name="f395" fmla="*/ f300 f97 1"/>
              <a:gd name="f396" fmla="*/ f301 f97 1"/>
              <a:gd name="f397" fmla="*/ f302 f96 1"/>
              <a:gd name="f398" fmla="*/ f303 f97 1"/>
              <a:gd name="f399" fmla="*/ f304 f96 1"/>
              <a:gd name="f400" fmla="*/ f305 f97 1"/>
              <a:gd name="f401" fmla="*/ f306 f96 1"/>
              <a:gd name="f402" fmla="*/ f307 f97 1"/>
              <a:gd name="f403" fmla="*/ f308 f96 1"/>
              <a:gd name="f404" fmla="*/ f309 f97 1"/>
              <a:gd name="f405" fmla="*/ f310 f96 1"/>
              <a:gd name="f406" fmla="*/ f311 f97 1"/>
              <a:gd name="f407" fmla="*/ f312 f96 1"/>
              <a:gd name="f408" fmla="*/ f313 f97 1"/>
              <a:gd name="f409" fmla="*/ f314 f96 1"/>
              <a:gd name="f410" fmla="*/ f315 f97 1"/>
              <a:gd name="f411" fmla="*/ f316 f96 1"/>
              <a:gd name="f412" fmla="*/ f317 f97 1"/>
              <a:gd name="f413" fmla="*/ f318 f96 1"/>
              <a:gd name="f414" fmla="*/ f319 f97 1"/>
              <a:gd name="f415" fmla="*/ f320 f96 1"/>
              <a:gd name="f416" fmla="*/ f321 f97 1"/>
              <a:gd name="f417" fmla="*/ f322 f96 1"/>
              <a:gd name="f418" fmla="*/ f323 f97 1"/>
              <a:gd name="f419" fmla="*/ f324 f96 1"/>
              <a:gd name="f420" fmla="*/ f325 f97 1"/>
              <a:gd name="f421" fmla="*/ f326 f96 1"/>
              <a:gd name="f422" fmla="*/ f327 f97 1"/>
              <a:gd name="f423" fmla="*/ f328 f96 1"/>
              <a:gd name="f424" fmla="*/ f329 f97 1"/>
              <a:gd name="f425" fmla="*/ f330 f96 1"/>
              <a:gd name="f426" fmla="*/ f331 f97 1"/>
              <a:gd name="f427" fmla="*/ f332 f96 1"/>
              <a:gd name="f428" fmla="*/ f333 f97 1"/>
              <a:gd name="f429" fmla="*/ f334 f96 1"/>
              <a:gd name="f430" fmla="*/ f335 f97 1"/>
              <a:gd name="f431" fmla="*/ f336 f96 1"/>
              <a:gd name="f432" fmla="*/ f337 f97 1"/>
              <a:gd name="f433" fmla="*/ f338 f96 1"/>
              <a:gd name="f434" fmla="*/ f339 f97 1"/>
              <a:gd name="f435" fmla="*/ f340 f96 1"/>
              <a:gd name="f436" fmla="*/ f341 f97 1"/>
              <a:gd name="f437" fmla="*/ f342 f96 1"/>
              <a:gd name="f438" fmla="*/ f343 f97 1"/>
              <a:gd name="f439" fmla="*/ f344 f96 1"/>
              <a:gd name="f440" fmla="*/ f345 f97 1"/>
              <a:gd name="f441" fmla="*/ f346 f96 1"/>
              <a:gd name="f442" fmla="*/ f347 f96 1"/>
              <a:gd name="f443" fmla="*/ f348 f97 1"/>
              <a:gd name="f444" fmla="*/ f349 f96 1"/>
              <a:gd name="f445" fmla="*/ f350 f96 1"/>
              <a:gd name="f446" fmla="*/ f351 f96 1"/>
              <a:gd name="f447" fmla="*/ f352 f97 1"/>
              <a:gd name="f448" fmla="*/ f353 f96 1"/>
              <a:gd name="f449" fmla="*/ f354 f96 1"/>
              <a:gd name="f450" fmla="*/ f355 f97 1"/>
              <a:gd name="f451" fmla="*/ f356 f96 1"/>
              <a:gd name="f452" fmla="*/ f357 f97 1"/>
              <a:gd name="f453" fmla="*/ f358 f96 1"/>
              <a:gd name="f454" fmla="*/ f359 f97 1"/>
              <a:gd name="f455" fmla="*/ f360 f96 1"/>
              <a:gd name="f456" fmla="*/ f361 f97 1"/>
              <a:gd name="f457" fmla="*/ f362 f96 1"/>
              <a:gd name="f458" fmla="*/ f363 f97 1"/>
              <a:gd name="f459" fmla="*/ f364 f96 1"/>
              <a:gd name="f460" fmla="*/ f365 f97 1"/>
              <a:gd name="f461" fmla="*/ f366 f96 1"/>
              <a:gd name="f462" fmla="*/ f367 f97 1"/>
              <a:gd name="f463" fmla="*/ f368 f96 1"/>
              <a:gd name="f464" fmla="*/ f369 f97 1"/>
              <a:gd name="f465" fmla="*/ f370 f96 1"/>
              <a:gd name="f466" fmla="*/ f371 f97 1"/>
              <a:gd name="f467" fmla="*/ f372 f96 1"/>
              <a:gd name="f468" fmla="*/ f373 f97 1"/>
              <a:gd name="f469" fmla="*/ f374 f96 1"/>
              <a:gd name="f470" fmla="*/ f375 f96 1"/>
              <a:gd name="f471" fmla="*/ f376 f97 1"/>
              <a:gd name="f472" fmla="*/ f377 f96 1"/>
              <a:gd name="f473" fmla="*/ f378 f97 1"/>
              <a:gd name="f474" fmla="*/ f379 f96 1"/>
              <a:gd name="f475" fmla="*/ f380 f97 1"/>
              <a:gd name="f476" fmla="*/ f381 f96 1"/>
              <a:gd name="f477" fmla="*/ f382 f97 1"/>
              <a:gd name="f478" fmla="*/ f383 f96 1"/>
              <a:gd name="f479" fmla="*/ f384 f9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8">
                <a:pos x="f389" y="f390"/>
              </a:cxn>
              <a:cxn ang="f198">
                <a:pos x="f389" y="f391"/>
              </a:cxn>
              <a:cxn ang="f198">
                <a:pos x="f389" y="f392"/>
              </a:cxn>
              <a:cxn ang="f198">
                <a:pos x="f389" y="f393"/>
              </a:cxn>
              <a:cxn ang="f198">
                <a:pos x="f394" y="f393"/>
              </a:cxn>
              <a:cxn ang="f198">
                <a:pos x="f394" y="f395"/>
              </a:cxn>
              <a:cxn ang="f198">
                <a:pos x="f394" y="f391"/>
              </a:cxn>
              <a:cxn ang="f198">
                <a:pos x="f394" y="f396"/>
              </a:cxn>
              <a:cxn ang="f198">
                <a:pos x="f397" y="f398"/>
              </a:cxn>
              <a:cxn ang="f198">
                <a:pos x="f399" y="f400"/>
              </a:cxn>
              <a:cxn ang="f198">
                <a:pos x="f401" y="f402"/>
              </a:cxn>
              <a:cxn ang="f198">
                <a:pos x="f403" y="f404"/>
              </a:cxn>
              <a:cxn ang="f198">
                <a:pos x="f405" y="f406"/>
              </a:cxn>
              <a:cxn ang="f198">
                <a:pos x="f407" y="f408"/>
              </a:cxn>
              <a:cxn ang="f198">
                <a:pos x="f409" y="f410"/>
              </a:cxn>
              <a:cxn ang="f198">
                <a:pos x="f411" y="f412"/>
              </a:cxn>
              <a:cxn ang="f198">
                <a:pos x="f413" y="f414"/>
              </a:cxn>
              <a:cxn ang="f198">
                <a:pos x="f415" y="f416"/>
              </a:cxn>
              <a:cxn ang="f198">
                <a:pos x="f417" y="f418"/>
              </a:cxn>
              <a:cxn ang="f198">
                <a:pos x="f419" y="f420"/>
              </a:cxn>
              <a:cxn ang="f198">
                <a:pos x="f421" y="f422"/>
              </a:cxn>
              <a:cxn ang="f198">
                <a:pos x="f423" y="f424"/>
              </a:cxn>
              <a:cxn ang="f198">
                <a:pos x="f425" y="f426"/>
              </a:cxn>
              <a:cxn ang="f198">
                <a:pos x="f427" y="f428"/>
              </a:cxn>
              <a:cxn ang="f198">
                <a:pos x="f429" y="f430"/>
              </a:cxn>
              <a:cxn ang="f198">
                <a:pos x="f431" y="f432"/>
              </a:cxn>
              <a:cxn ang="f198">
                <a:pos x="f433" y="f434"/>
              </a:cxn>
              <a:cxn ang="f198">
                <a:pos x="f435" y="f436"/>
              </a:cxn>
              <a:cxn ang="f198">
                <a:pos x="f437" y="f438"/>
              </a:cxn>
              <a:cxn ang="f198">
                <a:pos x="f439" y="f440"/>
              </a:cxn>
              <a:cxn ang="f198">
                <a:pos x="f441" y="f440"/>
              </a:cxn>
              <a:cxn ang="f198">
                <a:pos x="f442" y="f443"/>
              </a:cxn>
              <a:cxn ang="f198">
                <a:pos x="f444" y="f440"/>
              </a:cxn>
              <a:cxn ang="f198">
                <a:pos x="f445" y="f438"/>
              </a:cxn>
              <a:cxn ang="f198">
                <a:pos x="f446" y="f447"/>
              </a:cxn>
              <a:cxn ang="f198">
                <a:pos x="f448" y="f434"/>
              </a:cxn>
              <a:cxn ang="f198">
                <a:pos x="f449" y="f450"/>
              </a:cxn>
              <a:cxn ang="f198">
                <a:pos x="f451" y="f452"/>
              </a:cxn>
              <a:cxn ang="f198">
                <a:pos x="f453" y="f454"/>
              </a:cxn>
              <a:cxn ang="f198">
                <a:pos x="f455" y="f456"/>
              </a:cxn>
              <a:cxn ang="f198">
                <a:pos x="f457" y="f458"/>
              </a:cxn>
              <a:cxn ang="f198">
                <a:pos x="f459" y="f460"/>
              </a:cxn>
              <a:cxn ang="f198">
                <a:pos x="f461" y="f462"/>
              </a:cxn>
              <a:cxn ang="f198">
                <a:pos x="f463" y="f464"/>
              </a:cxn>
              <a:cxn ang="f198">
                <a:pos x="f465" y="f466"/>
              </a:cxn>
              <a:cxn ang="f198">
                <a:pos x="f467" y="f468"/>
              </a:cxn>
              <a:cxn ang="f198">
                <a:pos x="f469" y="f414"/>
              </a:cxn>
              <a:cxn ang="f198">
                <a:pos x="f470" y="f471"/>
              </a:cxn>
              <a:cxn ang="f198">
                <a:pos x="f472" y="f473"/>
              </a:cxn>
              <a:cxn ang="f198">
                <a:pos x="f474" y="f475"/>
              </a:cxn>
              <a:cxn ang="f198">
                <a:pos x="f476" y="f477"/>
              </a:cxn>
              <a:cxn ang="f198">
                <a:pos x="f478" y="f479"/>
              </a:cxn>
            </a:cxnLst>
            <a:rect l="f385" t="f388" r="f386" b="f387"/>
            <a:pathLst>
              <a:path w="6053670" h="7139732">
                <a:moveTo>
                  <a:pt x="f6" y="f8"/>
                </a:moveTo>
                <a:lnTo>
                  <a:pt x="f6" y="f9"/>
                </a:lnTo>
                <a:lnTo>
                  <a:pt x="f6" y="f10"/>
                </a:lnTo>
                <a:lnTo>
                  <a:pt x="f6" y="f7"/>
                </a:lnTo>
                <a:lnTo>
                  <a:pt x="f5" y="f7"/>
                </a:lnTo>
                <a:lnTo>
                  <a:pt x="f5" y="f11"/>
                </a:lnTo>
                <a:lnTo>
                  <a:pt x="f5" y="f9"/>
                </a:lnTo>
                <a:lnTo>
                  <a:pt x="f5" y="f5"/>
                </a:lnTo>
                <a:lnTo>
                  <a:pt x="f12" y="f13"/>
                </a:lnTo>
                <a:lnTo>
                  <a:pt x="f14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5"/>
                </a:lnTo>
                <a:lnTo>
                  <a:pt x="f57" y="f58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72" y="f73"/>
                </a:lnTo>
                <a:lnTo>
                  <a:pt x="f74" y="f75"/>
                </a:lnTo>
                <a:lnTo>
                  <a:pt x="f76" y="f77"/>
                </a:lnTo>
                <a:lnTo>
                  <a:pt x="f78" y="f79"/>
                </a:lnTo>
                <a:lnTo>
                  <a:pt x="f80" y="f81"/>
                </a:lnTo>
                <a:lnTo>
                  <a:pt x="f82" y="f83"/>
                </a:lnTo>
                <a:lnTo>
                  <a:pt x="f84" y="f29"/>
                </a:lnTo>
                <a:lnTo>
                  <a:pt x="f85" y="f86"/>
                </a:lnTo>
                <a:lnTo>
                  <a:pt x="f87" y="f88"/>
                </a:lnTo>
                <a:lnTo>
                  <a:pt x="f89" y="f90"/>
                </a:lnTo>
                <a:lnTo>
                  <a:pt x="f91" y="f92"/>
                </a:lnTo>
                <a:lnTo>
                  <a:pt x="f93" y="f94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8576A57-3A0A-4233-8429-5C6BABEB4F79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813079B-86F9-45AE-AFCC-B526C98D9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2942210" cy="10202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>
              <a:lnSpc>
                <a:spcPct val="90000"/>
              </a:lnSpc>
            </a:pPr>
            <a:r>
              <a:rPr lang="hu-HU" sz="3300">
                <a:solidFill>
                  <a:srgbClr val="00B050"/>
                </a:solidFill>
              </a:rPr>
              <a:t>Kezdetleges elképzelés</a:t>
            </a:r>
          </a:p>
        </p:txBody>
      </p:sp>
      <p:pic>
        <p:nvPicPr>
          <p:cNvPr id="7" name="Tartalom helye 3" descr="A képen Téglalap, tér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B3D2D296-DFE7-4793-BB52-7B2D0D3C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605" y="2549319"/>
            <a:ext cx="3113906" cy="1759351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8" name="Kép 4" descr="A képen képernyőkép, Téglala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E3DE4BC5-E07E-480B-9260-60947C817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236" y="1200844"/>
            <a:ext cx="3113906" cy="1751569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9" name="Rectangle 20">
            <a:extLst>
              <a:ext uri="{FF2B5EF4-FFF2-40B4-BE49-F238E27FC236}">
                <a16:creationId xmlns:a16="http://schemas.microsoft.com/office/drawing/2014/main" id="{06B75045-3594-4E9D-BD24-0505525992C4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5E3FC2A-3EB3-453D-B8BF-F1C540C957E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54951" y="2120895"/>
            <a:ext cx="3133721" cy="38989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>
                <a:solidFill>
                  <a:srgbClr val="FFFFFE"/>
                </a:solidFill>
              </a:rPr>
              <a:t>Home</a:t>
            </a:r>
          </a:p>
          <a:p>
            <a:pPr lvl="0"/>
            <a:r>
              <a:rPr lang="en-US">
                <a:solidFill>
                  <a:srgbClr val="FFFFFE"/>
                </a:solidFill>
              </a:rPr>
              <a:t>Login</a:t>
            </a:r>
          </a:p>
          <a:p>
            <a:pPr lvl="0"/>
            <a:r>
              <a:rPr lang="en-US">
                <a:solidFill>
                  <a:srgbClr val="FFFFFE"/>
                </a:solidFill>
              </a:rPr>
              <a:t>Register</a:t>
            </a:r>
          </a:p>
        </p:txBody>
      </p:sp>
      <p:pic>
        <p:nvPicPr>
          <p:cNvPr id="11" name="Kép 5" descr="A képen Téglalap, képernyőké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0A13E549-31D2-44FE-AF74-B2977C52C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236" y="3905585"/>
            <a:ext cx="3113906" cy="1751569"/>
          </a:xfrm>
          <a:prstGeom prst="rect">
            <a:avLst/>
          </a:prstGeom>
          <a:noFill/>
          <a:ln cap="rnd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963CA55F-815E-47C7-9F88-C50EF5CB0888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99475FC1-5485-4729-8933-43135370D016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FBC8A72-3C2B-4113-A0E5-7C27BE579F70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BE29C6FC-7104-4944-9107-43B0E46EA014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EB4D9D3-845E-40F1-BECA-81ABF7E2CDEE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pic>
        <p:nvPicPr>
          <p:cNvPr id="7" name="Tartalom helye 6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B83E49E8-39F4-4CD7-86A0-02E927E25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112" y="1403960"/>
            <a:ext cx="5448114" cy="15799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0">
            <a:extLst>
              <a:ext uri="{FF2B5EF4-FFF2-40B4-BE49-F238E27FC236}">
                <a16:creationId xmlns:a16="http://schemas.microsoft.com/office/drawing/2014/main" id="{F6971DE6-9571-4ED8-8452-1B60BE2666FE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pic>
        <p:nvPicPr>
          <p:cNvPr id="9" name="Kép 7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138B70E1-338C-45BF-9F58-77F78B104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949" y="1174336"/>
            <a:ext cx="5547573" cy="1985436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988C73E4-5ECB-42A7-B85C-5FD33B7C8152}"/>
              </a:ext>
            </a:extLst>
          </p:cNvPr>
          <p:cNvSpPr>
            <a:spLocks noMove="1" noResize="1"/>
          </p:cNvSpPr>
          <p:nvPr/>
        </p:nvSpPr>
        <p:spPr>
          <a:xfrm>
            <a:off x="457200" y="4133846"/>
            <a:ext cx="11277596" cy="22500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277600"/>
              <a:gd name="f7" fmla="val 2250018"/>
              <a:gd name="f8" fmla="val 5264150"/>
              <a:gd name="f9" fmla="val 5499100"/>
              <a:gd name="f10" fmla="val 1588"/>
              <a:gd name="f11" fmla="val 5730875"/>
              <a:gd name="f12" fmla="val 5961063"/>
              <a:gd name="f13" fmla="val 4763"/>
              <a:gd name="f14" fmla="val 6186488"/>
              <a:gd name="f15" fmla="val 9525"/>
              <a:gd name="f16" fmla="val 6410325"/>
              <a:gd name="f17" fmla="val 14288"/>
              <a:gd name="f18" fmla="val 6629400"/>
              <a:gd name="f19" fmla="val 19050"/>
              <a:gd name="f20" fmla="val 6846888"/>
              <a:gd name="f21" fmla="val 26988"/>
              <a:gd name="f22" fmla="val 7061200"/>
              <a:gd name="f23" fmla="val 34925"/>
              <a:gd name="f24" fmla="val 7270750"/>
              <a:gd name="f25" fmla="val 42863"/>
              <a:gd name="f26" fmla="val 7680325"/>
              <a:gd name="f27" fmla="val 63500"/>
              <a:gd name="f28" fmla="val 8072438"/>
              <a:gd name="f29" fmla="val 85725"/>
              <a:gd name="f30" fmla="val 8448675"/>
              <a:gd name="f31" fmla="val 109538"/>
              <a:gd name="f32" fmla="val 8805862"/>
              <a:gd name="f33" fmla="val 134938"/>
              <a:gd name="f34" fmla="val 9145588"/>
              <a:gd name="f35" fmla="val 161925"/>
              <a:gd name="f36" fmla="val 9461500"/>
              <a:gd name="f37" fmla="val 190500"/>
              <a:gd name="f38" fmla="val 9758362"/>
              <a:gd name="f39" fmla="val 219075"/>
              <a:gd name="f40" fmla="val 10031412"/>
              <a:gd name="f41" fmla="val 247650"/>
              <a:gd name="f42" fmla="val 10282238"/>
              <a:gd name="f43" fmla="val 274638"/>
              <a:gd name="f44" fmla="val 10504488"/>
              <a:gd name="f45" fmla="val 300038"/>
              <a:gd name="f46" fmla="val 10704512"/>
              <a:gd name="f47" fmla="val 323850"/>
              <a:gd name="f48" fmla="val 10874375"/>
              <a:gd name="f49" fmla="val 344488"/>
              <a:gd name="f50" fmla="val 11015662"/>
              <a:gd name="f51" fmla="val 363538"/>
              <a:gd name="f52" fmla="val 11210925"/>
              <a:gd name="f53" fmla="val 390525"/>
              <a:gd name="f54" fmla="val 400050"/>
              <a:gd name="f55" fmla="val 398463"/>
              <a:gd name="f56" fmla="val 255588"/>
              <a:gd name="f57" fmla="val 358775"/>
              <a:gd name="f58" fmla="val 511175"/>
              <a:gd name="f59" fmla="val 320675"/>
              <a:gd name="f60" fmla="val 766762"/>
              <a:gd name="f61" fmla="val 284163"/>
              <a:gd name="f62" fmla="val 1023938"/>
              <a:gd name="f63" fmla="val 252413"/>
              <a:gd name="f64" fmla="val 1279525"/>
              <a:gd name="f65" fmla="val 220663"/>
              <a:gd name="f66" fmla="val 1536700"/>
              <a:gd name="f67" fmla="val 1790700"/>
              <a:gd name="f68" fmla="val 165100"/>
              <a:gd name="f69" fmla="val 2047875"/>
              <a:gd name="f70" fmla="val 141288"/>
              <a:gd name="f71" fmla="val 2303462"/>
              <a:gd name="f72" fmla="val 119063"/>
              <a:gd name="f73" fmla="val 2555875"/>
              <a:gd name="f74" fmla="val 100013"/>
              <a:gd name="f75" fmla="val 2809875"/>
              <a:gd name="f76" fmla="val 80963"/>
              <a:gd name="f77" fmla="val 3062288"/>
              <a:gd name="f78" fmla="val 65088"/>
              <a:gd name="f79" fmla="val 3313113"/>
              <a:gd name="f80" fmla="val 52388"/>
              <a:gd name="f81" fmla="val 3563938"/>
              <a:gd name="f82" fmla="val 39688"/>
              <a:gd name="f83" fmla="val 3811588"/>
              <a:gd name="f84" fmla="val 28575"/>
              <a:gd name="f85" fmla="val 4057650"/>
              <a:gd name="f86" fmla="val 20638"/>
              <a:gd name="f87" fmla="val 4303713"/>
              <a:gd name="f88" fmla="val 4546600"/>
              <a:gd name="f89" fmla="val 7938"/>
              <a:gd name="f90" fmla="val 4787900"/>
              <a:gd name="f91" fmla="val 5027613"/>
              <a:gd name="f92" fmla="+- 0 0 -90"/>
              <a:gd name="f93" fmla="*/ f3 1 11277600"/>
              <a:gd name="f94" fmla="*/ f4 1 2250018"/>
              <a:gd name="f95" fmla="val f5"/>
              <a:gd name="f96" fmla="val f6"/>
              <a:gd name="f97" fmla="val f7"/>
              <a:gd name="f98" fmla="*/ f92 f0 1"/>
              <a:gd name="f99" fmla="+- f97 0 f95"/>
              <a:gd name="f100" fmla="+- f96 0 f95"/>
              <a:gd name="f101" fmla="*/ f98 1 f2"/>
              <a:gd name="f102" fmla="*/ f100 1 11277600"/>
              <a:gd name="f103" fmla="*/ f99 1 2250018"/>
              <a:gd name="f104" fmla="*/ 5264150 f100 1"/>
              <a:gd name="f105" fmla="*/ 0 f99 1"/>
              <a:gd name="f106" fmla="*/ 5499100 f100 1"/>
              <a:gd name="f107" fmla="*/ 1588 f99 1"/>
              <a:gd name="f108" fmla="*/ 5730875 f100 1"/>
              <a:gd name="f109" fmla="*/ 5961063 f100 1"/>
              <a:gd name="f110" fmla="*/ 4763 f99 1"/>
              <a:gd name="f111" fmla="*/ 6186488 f100 1"/>
              <a:gd name="f112" fmla="*/ 9525 f99 1"/>
              <a:gd name="f113" fmla="*/ 6410325 f100 1"/>
              <a:gd name="f114" fmla="*/ 14288 f99 1"/>
              <a:gd name="f115" fmla="*/ 6629400 f100 1"/>
              <a:gd name="f116" fmla="*/ 19050 f99 1"/>
              <a:gd name="f117" fmla="*/ 6846888 f100 1"/>
              <a:gd name="f118" fmla="*/ 26988 f99 1"/>
              <a:gd name="f119" fmla="*/ 7061200 f100 1"/>
              <a:gd name="f120" fmla="*/ 34925 f99 1"/>
              <a:gd name="f121" fmla="*/ 7270750 f100 1"/>
              <a:gd name="f122" fmla="*/ 42863 f99 1"/>
              <a:gd name="f123" fmla="*/ 7680325 f100 1"/>
              <a:gd name="f124" fmla="*/ 63500 f99 1"/>
              <a:gd name="f125" fmla="*/ 8072438 f100 1"/>
              <a:gd name="f126" fmla="*/ 85725 f99 1"/>
              <a:gd name="f127" fmla="*/ 8448675 f100 1"/>
              <a:gd name="f128" fmla="*/ 109538 f99 1"/>
              <a:gd name="f129" fmla="*/ 8805862 f100 1"/>
              <a:gd name="f130" fmla="*/ 134938 f99 1"/>
              <a:gd name="f131" fmla="*/ 9145588 f100 1"/>
              <a:gd name="f132" fmla="*/ 161925 f99 1"/>
              <a:gd name="f133" fmla="*/ 9461500 f100 1"/>
              <a:gd name="f134" fmla="*/ 190500 f99 1"/>
              <a:gd name="f135" fmla="*/ 9758362 f100 1"/>
              <a:gd name="f136" fmla="*/ 219075 f99 1"/>
              <a:gd name="f137" fmla="*/ 10031412 f100 1"/>
              <a:gd name="f138" fmla="*/ 247650 f99 1"/>
              <a:gd name="f139" fmla="*/ 10282238 f100 1"/>
              <a:gd name="f140" fmla="*/ 274638 f99 1"/>
              <a:gd name="f141" fmla="*/ 10504488 f100 1"/>
              <a:gd name="f142" fmla="*/ 300038 f99 1"/>
              <a:gd name="f143" fmla="*/ 10704512 f100 1"/>
              <a:gd name="f144" fmla="*/ 323850 f99 1"/>
              <a:gd name="f145" fmla="*/ 10874375 f100 1"/>
              <a:gd name="f146" fmla="*/ 344488 f99 1"/>
              <a:gd name="f147" fmla="*/ 11015662 f100 1"/>
              <a:gd name="f148" fmla="*/ 363538 f99 1"/>
              <a:gd name="f149" fmla="*/ 11210925 f100 1"/>
              <a:gd name="f150" fmla="*/ 390525 f99 1"/>
              <a:gd name="f151" fmla="*/ 11277600 f100 1"/>
              <a:gd name="f152" fmla="*/ 400050 f99 1"/>
              <a:gd name="f153" fmla="*/ 2250018 f99 1"/>
              <a:gd name="f154" fmla="*/ 0 f100 1"/>
              <a:gd name="f155" fmla="*/ 398463 f99 1"/>
              <a:gd name="f156" fmla="*/ 255588 f100 1"/>
              <a:gd name="f157" fmla="*/ 358775 f99 1"/>
              <a:gd name="f158" fmla="*/ 511175 f100 1"/>
              <a:gd name="f159" fmla="*/ 320675 f99 1"/>
              <a:gd name="f160" fmla="*/ 766762 f100 1"/>
              <a:gd name="f161" fmla="*/ 284163 f99 1"/>
              <a:gd name="f162" fmla="*/ 1023938 f100 1"/>
              <a:gd name="f163" fmla="*/ 252413 f99 1"/>
              <a:gd name="f164" fmla="*/ 1279525 f100 1"/>
              <a:gd name="f165" fmla="*/ 220663 f99 1"/>
              <a:gd name="f166" fmla="*/ 1536700 f100 1"/>
              <a:gd name="f167" fmla="*/ 1790700 f100 1"/>
              <a:gd name="f168" fmla="*/ 165100 f99 1"/>
              <a:gd name="f169" fmla="*/ 2047875 f100 1"/>
              <a:gd name="f170" fmla="*/ 141288 f99 1"/>
              <a:gd name="f171" fmla="*/ 2303462 f100 1"/>
              <a:gd name="f172" fmla="*/ 119063 f99 1"/>
              <a:gd name="f173" fmla="*/ 2555875 f100 1"/>
              <a:gd name="f174" fmla="*/ 100013 f99 1"/>
              <a:gd name="f175" fmla="*/ 2809875 f100 1"/>
              <a:gd name="f176" fmla="*/ 80963 f99 1"/>
              <a:gd name="f177" fmla="*/ 3062288 f100 1"/>
              <a:gd name="f178" fmla="*/ 65088 f99 1"/>
              <a:gd name="f179" fmla="*/ 3313113 f100 1"/>
              <a:gd name="f180" fmla="*/ 52388 f99 1"/>
              <a:gd name="f181" fmla="*/ 3563938 f100 1"/>
              <a:gd name="f182" fmla="*/ 39688 f99 1"/>
              <a:gd name="f183" fmla="*/ 3811588 f100 1"/>
              <a:gd name="f184" fmla="*/ 28575 f99 1"/>
              <a:gd name="f185" fmla="*/ 4057650 f100 1"/>
              <a:gd name="f186" fmla="*/ 20638 f99 1"/>
              <a:gd name="f187" fmla="*/ 4303713 f100 1"/>
              <a:gd name="f188" fmla="*/ 4546600 f100 1"/>
              <a:gd name="f189" fmla="*/ 7938 f99 1"/>
              <a:gd name="f190" fmla="*/ 4787900 f100 1"/>
              <a:gd name="f191" fmla="*/ 5027613 f100 1"/>
              <a:gd name="f192" fmla="+- f101 0 f1"/>
              <a:gd name="f193" fmla="*/ f104 1 11277600"/>
              <a:gd name="f194" fmla="*/ f105 1 2250018"/>
              <a:gd name="f195" fmla="*/ f106 1 11277600"/>
              <a:gd name="f196" fmla="*/ f107 1 2250018"/>
              <a:gd name="f197" fmla="*/ f108 1 11277600"/>
              <a:gd name="f198" fmla="*/ f109 1 11277600"/>
              <a:gd name="f199" fmla="*/ f110 1 2250018"/>
              <a:gd name="f200" fmla="*/ f111 1 11277600"/>
              <a:gd name="f201" fmla="*/ f112 1 2250018"/>
              <a:gd name="f202" fmla="*/ f113 1 11277600"/>
              <a:gd name="f203" fmla="*/ f114 1 2250018"/>
              <a:gd name="f204" fmla="*/ f115 1 11277600"/>
              <a:gd name="f205" fmla="*/ f116 1 2250018"/>
              <a:gd name="f206" fmla="*/ f117 1 11277600"/>
              <a:gd name="f207" fmla="*/ f118 1 2250018"/>
              <a:gd name="f208" fmla="*/ f119 1 11277600"/>
              <a:gd name="f209" fmla="*/ f120 1 2250018"/>
              <a:gd name="f210" fmla="*/ f121 1 11277600"/>
              <a:gd name="f211" fmla="*/ f122 1 2250018"/>
              <a:gd name="f212" fmla="*/ f123 1 11277600"/>
              <a:gd name="f213" fmla="*/ f124 1 2250018"/>
              <a:gd name="f214" fmla="*/ f125 1 11277600"/>
              <a:gd name="f215" fmla="*/ f126 1 2250018"/>
              <a:gd name="f216" fmla="*/ f127 1 11277600"/>
              <a:gd name="f217" fmla="*/ f128 1 2250018"/>
              <a:gd name="f218" fmla="*/ f129 1 11277600"/>
              <a:gd name="f219" fmla="*/ f130 1 2250018"/>
              <a:gd name="f220" fmla="*/ f131 1 11277600"/>
              <a:gd name="f221" fmla="*/ f132 1 2250018"/>
              <a:gd name="f222" fmla="*/ f133 1 11277600"/>
              <a:gd name="f223" fmla="*/ f134 1 2250018"/>
              <a:gd name="f224" fmla="*/ f135 1 11277600"/>
              <a:gd name="f225" fmla="*/ f136 1 2250018"/>
              <a:gd name="f226" fmla="*/ f137 1 11277600"/>
              <a:gd name="f227" fmla="*/ f138 1 2250018"/>
              <a:gd name="f228" fmla="*/ f139 1 11277600"/>
              <a:gd name="f229" fmla="*/ f140 1 2250018"/>
              <a:gd name="f230" fmla="*/ f141 1 11277600"/>
              <a:gd name="f231" fmla="*/ f142 1 2250018"/>
              <a:gd name="f232" fmla="*/ f143 1 11277600"/>
              <a:gd name="f233" fmla="*/ f144 1 2250018"/>
              <a:gd name="f234" fmla="*/ f145 1 11277600"/>
              <a:gd name="f235" fmla="*/ f146 1 2250018"/>
              <a:gd name="f236" fmla="*/ f147 1 11277600"/>
              <a:gd name="f237" fmla="*/ f148 1 2250018"/>
              <a:gd name="f238" fmla="*/ f149 1 11277600"/>
              <a:gd name="f239" fmla="*/ f150 1 2250018"/>
              <a:gd name="f240" fmla="*/ f151 1 11277600"/>
              <a:gd name="f241" fmla="*/ f152 1 2250018"/>
              <a:gd name="f242" fmla="*/ f153 1 2250018"/>
              <a:gd name="f243" fmla="*/ f154 1 11277600"/>
              <a:gd name="f244" fmla="*/ f155 1 2250018"/>
              <a:gd name="f245" fmla="*/ f156 1 11277600"/>
              <a:gd name="f246" fmla="*/ f157 1 2250018"/>
              <a:gd name="f247" fmla="*/ f158 1 11277600"/>
              <a:gd name="f248" fmla="*/ f159 1 2250018"/>
              <a:gd name="f249" fmla="*/ f160 1 11277600"/>
              <a:gd name="f250" fmla="*/ f161 1 2250018"/>
              <a:gd name="f251" fmla="*/ f162 1 11277600"/>
              <a:gd name="f252" fmla="*/ f163 1 2250018"/>
              <a:gd name="f253" fmla="*/ f164 1 11277600"/>
              <a:gd name="f254" fmla="*/ f165 1 2250018"/>
              <a:gd name="f255" fmla="*/ f166 1 11277600"/>
              <a:gd name="f256" fmla="*/ f167 1 11277600"/>
              <a:gd name="f257" fmla="*/ f168 1 2250018"/>
              <a:gd name="f258" fmla="*/ f169 1 11277600"/>
              <a:gd name="f259" fmla="*/ f170 1 2250018"/>
              <a:gd name="f260" fmla="*/ f171 1 11277600"/>
              <a:gd name="f261" fmla="*/ f172 1 2250018"/>
              <a:gd name="f262" fmla="*/ f173 1 11277600"/>
              <a:gd name="f263" fmla="*/ f174 1 2250018"/>
              <a:gd name="f264" fmla="*/ f175 1 11277600"/>
              <a:gd name="f265" fmla="*/ f176 1 2250018"/>
              <a:gd name="f266" fmla="*/ f177 1 11277600"/>
              <a:gd name="f267" fmla="*/ f178 1 2250018"/>
              <a:gd name="f268" fmla="*/ f179 1 11277600"/>
              <a:gd name="f269" fmla="*/ f180 1 2250018"/>
              <a:gd name="f270" fmla="*/ f181 1 11277600"/>
              <a:gd name="f271" fmla="*/ f182 1 2250018"/>
              <a:gd name="f272" fmla="*/ f183 1 11277600"/>
              <a:gd name="f273" fmla="*/ f184 1 2250018"/>
              <a:gd name="f274" fmla="*/ f185 1 11277600"/>
              <a:gd name="f275" fmla="*/ f186 1 2250018"/>
              <a:gd name="f276" fmla="*/ f187 1 11277600"/>
              <a:gd name="f277" fmla="*/ f188 1 11277600"/>
              <a:gd name="f278" fmla="*/ f189 1 2250018"/>
              <a:gd name="f279" fmla="*/ f190 1 11277600"/>
              <a:gd name="f280" fmla="*/ f191 1 11277600"/>
              <a:gd name="f281" fmla="*/ f95 1 f102"/>
              <a:gd name="f282" fmla="*/ f96 1 f102"/>
              <a:gd name="f283" fmla="*/ f95 1 f103"/>
              <a:gd name="f284" fmla="*/ f97 1 f103"/>
              <a:gd name="f285" fmla="*/ f193 1 f102"/>
              <a:gd name="f286" fmla="*/ f194 1 f103"/>
              <a:gd name="f287" fmla="*/ f195 1 f102"/>
              <a:gd name="f288" fmla="*/ f196 1 f103"/>
              <a:gd name="f289" fmla="*/ f197 1 f102"/>
              <a:gd name="f290" fmla="*/ f198 1 f102"/>
              <a:gd name="f291" fmla="*/ f199 1 f103"/>
              <a:gd name="f292" fmla="*/ f200 1 f102"/>
              <a:gd name="f293" fmla="*/ f201 1 f103"/>
              <a:gd name="f294" fmla="*/ f202 1 f102"/>
              <a:gd name="f295" fmla="*/ f203 1 f103"/>
              <a:gd name="f296" fmla="*/ f204 1 f102"/>
              <a:gd name="f297" fmla="*/ f205 1 f103"/>
              <a:gd name="f298" fmla="*/ f206 1 f102"/>
              <a:gd name="f299" fmla="*/ f207 1 f103"/>
              <a:gd name="f300" fmla="*/ f208 1 f102"/>
              <a:gd name="f301" fmla="*/ f209 1 f103"/>
              <a:gd name="f302" fmla="*/ f210 1 f102"/>
              <a:gd name="f303" fmla="*/ f211 1 f103"/>
              <a:gd name="f304" fmla="*/ f212 1 f102"/>
              <a:gd name="f305" fmla="*/ f213 1 f103"/>
              <a:gd name="f306" fmla="*/ f214 1 f102"/>
              <a:gd name="f307" fmla="*/ f215 1 f103"/>
              <a:gd name="f308" fmla="*/ f216 1 f102"/>
              <a:gd name="f309" fmla="*/ f217 1 f103"/>
              <a:gd name="f310" fmla="*/ f218 1 f102"/>
              <a:gd name="f311" fmla="*/ f219 1 f103"/>
              <a:gd name="f312" fmla="*/ f220 1 f102"/>
              <a:gd name="f313" fmla="*/ f221 1 f103"/>
              <a:gd name="f314" fmla="*/ f222 1 f102"/>
              <a:gd name="f315" fmla="*/ f223 1 f103"/>
              <a:gd name="f316" fmla="*/ f224 1 f102"/>
              <a:gd name="f317" fmla="*/ f225 1 f103"/>
              <a:gd name="f318" fmla="*/ f226 1 f102"/>
              <a:gd name="f319" fmla="*/ f227 1 f103"/>
              <a:gd name="f320" fmla="*/ f228 1 f102"/>
              <a:gd name="f321" fmla="*/ f229 1 f103"/>
              <a:gd name="f322" fmla="*/ f230 1 f102"/>
              <a:gd name="f323" fmla="*/ f231 1 f103"/>
              <a:gd name="f324" fmla="*/ f232 1 f102"/>
              <a:gd name="f325" fmla="*/ f233 1 f103"/>
              <a:gd name="f326" fmla="*/ f234 1 f102"/>
              <a:gd name="f327" fmla="*/ f235 1 f103"/>
              <a:gd name="f328" fmla="*/ f236 1 f102"/>
              <a:gd name="f329" fmla="*/ f237 1 f103"/>
              <a:gd name="f330" fmla="*/ f238 1 f102"/>
              <a:gd name="f331" fmla="*/ f239 1 f103"/>
              <a:gd name="f332" fmla="*/ f240 1 f102"/>
              <a:gd name="f333" fmla="*/ f241 1 f103"/>
              <a:gd name="f334" fmla="*/ f242 1 f103"/>
              <a:gd name="f335" fmla="*/ f243 1 f102"/>
              <a:gd name="f336" fmla="*/ f244 1 f103"/>
              <a:gd name="f337" fmla="*/ f245 1 f102"/>
              <a:gd name="f338" fmla="*/ f246 1 f103"/>
              <a:gd name="f339" fmla="*/ f247 1 f102"/>
              <a:gd name="f340" fmla="*/ f248 1 f103"/>
              <a:gd name="f341" fmla="*/ f249 1 f102"/>
              <a:gd name="f342" fmla="*/ f250 1 f103"/>
              <a:gd name="f343" fmla="*/ f251 1 f102"/>
              <a:gd name="f344" fmla="*/ f252 1 f103"/>
              <a:gd name="f345" fmla="*/ f253 1 f102"/>
              <a:gd name="f346" fmla="*/ f254 1 f103"/>
              <a:gd name="f347" fmla="*/ f255 1 f102"/>
              <a:gd name="f348" fmla="*/ f256 1 f102"/>
              <a:gd name="f349" fmla="*/ f257 1 f103"/>
              <a:gd name="f350" fmla="*/ f258 1 f102"/>
              <a:gd name="f351" fmla="*/ f259 1 f103"/>
              <a:gd name="f352" fmla="*/ f260 1 f102"/>
              <a:gd name="f353" fmla="*/ f261 1 f103"/>
              <a:gd name="f354" fmla="*/ f262 1 f102"/>
              <a:gd name="f355" fmla="*/ f263 1 f103"/>
              <a:gd name="f356" fmla="*/ f264 1 f102"/>
              <a:gd name="f357" fmla="*/ f265 1 f103"/>
              <a:gd name="f358" fmla="*/ f266 1 f102"/>
              <a:gd name="f359" fmla="*/ f267 1 f103"/>
              <a:gd name="f360" fmla="*/ f268 1 f102"/>
              <a:gd name="f361" fmla="*/ f269 1 f103"/>
              <a:gd name="f362" fmla="*/ f270 1 f102"/>
              <a:gd name="f363" fmla="*/ f271 1 f103"/>
              <a:gd name="f364" fmla="*/ f272 1 f102"/>
              <a:gd name="f365" fmla="*/ f273 1 f103"/>
              <a:gd name="f366" fmla="*/ f274 1 f102"/>
              <a:gd name="f367" fmla="*/ f275 1 f103"/>
              <a:gd name="f368" fmla="*/ f276 1 f102"/>
              <a:gd name="f369" fmla="*/ f277 1 f102"/>
              <a:gd name="f370" fmla="*/ f278 1 f103"/>
              <a:gd name="f371" fmla="*/ f279 1 f102"/>
              <a:gd name="f372" fmla="*/ f280 1 f102"/>
              <a:gd name="f373" fmla="*/ f281 f93 1"/>
              <a:gd name="f374" fmla="*/ f282 f93 1"/>
              <a:gd name="f375" fmla="*/ f284 f94 1"/>
              <a:gd name="f376" fmla="*/ f283 f94 1"/>
              <a:gd name="f377" fmla="*/ f285 f93 1"/>
              <a:gd name="f378" fmla="*/ f286 f94 1"/>
              <a:gd name="f379" fmla="*/ f287 f93 1"/>
              <a:gd name="f380" fmla="*/ f288 f94 1"/>
              <a:gd name="f381" fmla="*/ f289 f93 1"/>
              <a:gd name="f382" fmla="*/ f290 f93 1"/>
              <a:gd name="f383" fmla="*/ f291 f94 1"/>
              <a:gd name="f384" fmla="*/ f292 f93 1"/>
              <a:gd name="f385" fmla="*/ f293 f94 1"/>
              <a:gd name="f386" fmla="*/ f294 f93 1"/>
              <a:gd name="f387" fmla="*/ f295 f94 1"/>
              <a:gd name="f388" fmla="*/ f296 f93 1"/>
              <a:gd name="f389" fmla="*/ f297 f94 1"/>
              <a:gd name="f390" fmla="*/ f298 f93 1"/>
              <a:gd name="f391" fmla="*/ f299 f94 1"/>
              <a:gd name="f392" fmla="*/ f300 f93 1"/>
              <a:gd name="f393" fmla="*/ f301 f94 1"/>
              <a:gd name="f394" fmla="*/ f302 f93 1"/>
              <a:gd name="f395" fmla="*/ f303 f94 1"/>
              <a:gd name="f396" fmla="*/ f304 f93 1"/>
              <a:gd name="f397" fmla="*/ f305 f94 1"/>
              <a:gd name="f398" fmla="*/ f306 f93 1"/>
              <a:gd name="f399" fmla="*/ f307 f94 1"/>
              <a:gd name="f400" fmla="*/ f308 f93 1"/>
              <a:gd name="f401" fmla="*/ f309 f94 1"/>
              <a:gd name="f402" fmla="*/ f310 f93 1"/>
              <a:gd name="f403" fmla="*/ f311 f94 1"/>
              <a:gd name="f404" fmla="*/ f312 f93 1"/>
              <a:gd name="f405" fmla="*/ f313 f94 1"/>
              <a:gd name="f406" fmla="*/ f314 f93 1"/>
              <a:gd name="f407" fmla="*/ f315 f94 1"/>
              <a:gd name="f408" fmla="*/ f316 f93 1"/>
              <a:gd name="f409" fmla="*/ f317 f94 1"/>
              <a:gd name="f410" fmla="*/ f318 f93 1"/>
              <a:gd name="f411" fmla="*/ f319 f94 1"/>
              <a:gd name="f412" fmla="*/ f320 f93 1"/>
              <a:gd name="f413" fmla="*/ f321 f94 1"/>
              <a:gd name="f414" fmla="*/ f322 f93 1"/>
              <a:gd name="f415" fmla="*/ f323 f94 1"/>
              <a:gd name="f416" fmla="*/ f324 f93 1"/>
              <a:gd name="f417" fmla="*/ f325 f94 1"/>
              <a:gd name="f418" fmla="*/ f326 f93 1"/>
              <a:gd name="f419" fmla="*/ f327 f94 1"/>
              <a:gd name="f420" fmla="*/ f328 f93 1"/>
              <a:gd name="f421" fmla="*/ f329 f94 1"/>
              <a:gd name="f422" fmla="*/ f330 f93 1"/>
              <a:gd name="f423" fmla="*/ f331 f94 1"/>
              <a:gd name="f424" fmla="*/ f332 f93 1"/>
              <a:gd name="f425" fmla="*/ f333 f94 1"/>
              <a:gd name="f426" fmla="*/ f334 f94 1"/>
              <a:gd name="f427" fmla="*/ f335 f93 1"/>
              <a:gd name="f428" fmla="*/ f336 f94 1"/>
              <a:gd name="f429" fmla="*/ f337 f93 1"/>
              <a:gd name="f430" fmla="*/ f338 f94 1"/>
              <a:gd name="f431" fmla="*/ f339 f93 1"/>
              <a:gd name="f432" fmla="*/ f340 f94 1"/>
              <a:gd name="f433" fmla="*/ f341 f93 1"/>
              <a:gd name="f434" fmla="*/ f342 f94 1"/>
              <a:gd name="f435" fmla="*/ f343 f93 1"/>
              <a:gd name="f436" fmla="*/ f344 f94 1"/>
              <a:gd name="f437" fmla="*/ f345 f93 1"/>
              <a:gd name="f438" fmla="*/ f346 f94 1"/>
              <a:gd name="f439" fmla="*/ f347 f93 1"/>
              <a:gd name="f440" fmla="*/ f348 f93 1"/>
              <a:gd name="f441" fmla="*/ f349 f94 1"/>
              <a:gd name="f442" fmla="*/ f350 f93 1"/>
              <a:gd name="f443" fmla="*/ f351 f94 1"/>
              <a:gd name="f444" fmla="*/ f352 f93 1"/>
              <a:gd name="f445" fmla="*/ f353 f94 1"/>
              <a:gd name="f446" fmla="*/ f354 f93 1"/>
              <a:gd name="f447" fmla="*/ f355 f94 1"/>
              <a:gd name="f448" fmla="*/ f356 f93 1"/>
              <a:gd name="f449" fmla="*/ f357 f94 1"/>
              <a:gd name="f450" fmla="*/ f358 f93 1"/>
              <a:gd name="f451" fmla="*/ f359 f94 1"/>
              <a:gd name="f452" fmla="*/ f360 f93 1"/>
              <a:gd name="f453" fmla="*/ f361 f94 1"/>
              <a:gd name="f454" fmla="*/ f362 f93 1"/>
              <a:gd name="f455" fmla="*/ f363 f94 1"/>
              <a:gd name="f456" fmla="*/ f364 f93 1"/>
              <a:gd name="f457" fmla="*/ f365 f94 1"/>
              <a:gd name="f458" fmla="*/ f366 f93 1"/>
              <a:gd name="f459" fmla="*/ f367 f94 1"/>
              <a:gd name="f460" fmla="*/ f368 f93 1"/>
              <a:gd name="f461" fmla="*/ f369 f93 1"/>
              <a:gd name="f462" fmla="*/ f370 f94 1"/>
              <a:gd name="f463" fmla="*/ f371 f93 1"/>
              <a:gd name="f464" fmla="*/ f372 f9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2">
                <a:pos x="f377" y="f378"/>
              </a:cxn>
              <a:cxn ang="f192">
                <a:pos x="f379" y="f380"/>
              </a:cxn>
              <a:cxn ang="f192">
                <a:pos x="f381" y="f380"/>
              </a:cxn>
              <a:cxn ang="f192">
                <a:pos x="f382" y="f383"/>
              </a:cxn>
              <a:cxn ang="f192">
                <a:pos x="f384" y="f385"/>
              </a:cxn>
              <a:cxn ang="f192">
                <a:pos x="f386" y="f387"/>
              </a:cxn>
              <a:cxn ang="f192">
                <a:pos x="f388" y="f389"/>
              </a:cxn>
              <a:cxn ang="f192">
                <a:pos x="f390" y="f391"/>
              </a:cxn>
              <a:cxn ang="f192">
                <a:pos x="f392" y="f393"/>
              </a:cxn>
              <a:cxn ang="f192">
                <a:pos x="f394" y="f395"/>
              </a:cxn>
              <a:cxn ang="f192">
                <a:pos x="f396" y="f397"/>
              </a:cxn>
              <a:cxn ang="f192">
                <a:pos x="f398" y="f399"/>
              </a:cxn>
              <a:cxn ang="f192">
                <a:pos x="f400" y="f401"/>
              </a:cxn>
              <a:cxn ang="f192">
                <a:pos x="f402" y="f403"/>
              </a:cxn>
              <a:cxn ang="f192">
                <a:pos x="f404" y="f405"/>
              </a:cxn>
              <a:cxn ang="f192">
                <a:pos x="f406" y="f407"/>
              </a:cxn>
              <a:cxn ang="f192">
                <a:pos x="f408" y="f409"/>
              </a:cxn>
              <a:cxn ang="f192">
                <a:pos x="f410" y="f411"/>
              </a:cxn>
              <a:cxn ang="f192">
                <a:pos x="f412" y="f413"/>
              </a:cxn>
              <a:cxn ang="f192">
                <a:pos x="f414" y="f415"/>
              </a:cxn>
              <a:cxn ang="f192">
                <a:pos x="f416" y="f417"/>
              </a:cxn>
              <a:cxn ang="f192">
                <a:pos x="f418" y="f419"/>
              </a:cxn>
              <a:cxn ang="f192">
                <a:pos x="f420" y="f421"/>
              </a:cxn>
              <a:cxn ang="f192">
                <a:pos x="f422" y="f423"/>
              </a:cxn>
              <a:cxn ang="f192">
                <a:pos x="f424" y="f425"/>
              </a:cxn>
              <a:cxn ang="f192">
                <a:pos x="f424" y="f426"/>
              </a:cxn>
              <a:cxn ang="f192">
                <a:pos x="f427" y="f426"/>
              </a:cxn>
              <a:cxn ang="f192">
                <a:pos x="f427" y="f428"/>
              </a:cxn>
              <a:cxn ang="f192">
                <a:pos x="f429" y="f430"/>
              </a:cxn>
              <a:cxn ang="f192">
                <a:pos x="f431" y="f432"/>
              </a:cxn>
              <a:cxn ang="f192">
                <a:pos x="f433" y="f434"/>
              </a:cxn>
              <a:cxn ang="f192">
                <a:pos x="f435" y="f436"/>
              </a:cxn>
              <a:cxn ang="f192">
                <a:pos x="f437" y="f438"/>
              </a:cxn>
              <a:cxn ang="f192">
                <a:pos x="f439" y="f407"/>
              </a:cxn>
              <a:cxn ang="f192">
                <a:pos x="f440" y="f441"/>
              </a:cxn>
              <a:cxn ang="f192">
                <a:pos x="f442" y="f443"/>
              </a:cxn>
              <a:cxn ang="f192">
                <a:pos x="f444" y="f445"/>
              </a:cxn>
              <a:cxn ang="f192">
                <a:pos x="f446" y="f447"/>
              </a:cxn>
              <a:cxn ang="f192">
                <a:pos x="f448" y="f449"/>
              </a:cxn>
              <a:cxn ang="f192">
                <a:pos x="f450" y="f451"/>
              </a:cxn>
              <a:cxn ang="f192">
                <a:pos x="f452" y="f453"/>
              </a:cxn>
              <a:cxn ang="f192">
                <a:pos x="f454" y="f455"/>
              </a:cxn>
              <a:cxn ang="f192">
                <a:pos x="f456" y="f457"/>
              </a:cxn>
              <a:cxn ang="f192">
                <a:pos x="f458" y="f459"/>
              </a:cxn>
              <a:cxn ang="f192">
                <a:pos x="f460" y="f387"/>
              </a:cxn>
              <a:cxn ang="f192">
                <a:pos x="f461" y="f462"/>
              </a:cxn>
              <a:cxn ang="f192">
                <a:pos x="f463" y="f383"/>
              </a:cxn>
              <a:cxn ang="f192">
                <a:pos x="f464" y="f380"/>
              </a:cxn>
            </a:cxnLst>
            <a:rect l="f373" t="f376" r="f374" b="f375"/>
            <a:pathLst>
              <a:path w="11277600" h="2250018">
                <a:moveTo>
                  <a:pt x="f8" y="f5"/>
                </a:move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14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6" y="f54"/>
                </a:lnTo>
                <a:lnTo>
                  <a:pt x="f6" y="f7"/>
                </a:lnTo>
                <a:lnTo>
                  <a:pt x="f5" y="f7"/>
                </a:lnTo>
                <a:lnTo>
                  <a:pt x="f5" y="f55"/>
                </a:lnTo>
                <a:lnTo>
                  <a:pt x="f56" y="f57"/>
                </a:lnTo>
                <a:lnTo>
                  <a:pt x="f58" y="f59"/>
                </a:lnTo>
                <a:lnTo>
                  <a:pt x="f60" y="f61"/>
                </a:lnTo>
                <a:lnTo>
                  <a:pt x="f62" y="f63"/>
                </a:lnTo>
                <a:lnTo>
                  <a:pt x="f64" y="f65"/>
                </a:lnTo>
                <a:lnTo>
                  <a:pt x="f66" y="f37"/>
                </a:lnTo>
                <a:lnTo>
                  <a:pt x="f67" y="f68"/>
                </a:lnTo>
                <a:lnTo>
                  <a:pt x="f69" y="f70"/>
                </a:lnTo>
                <a:lnTo>
                  <a:pt x="f71" y="f72"/>
                </a:lnTo>
                <a:lnTo>
                  <a:pt x="f73" y="f74"/>
                </a:lnTo>
                <a:lnTo>
                  <a:pt x="f75" y="f76"/>
                </a:lnTo>
                <a:lnTo>
                  <a:pt x="f77" y="f78"/>
                </a:lnTo>
                <a:lnTo>
                  <a:pt x="f79" y="f80"/>
                </a:lnTo>
                <a:lnTo>
                  <a:pt x="f81" y="f82"/>
                </a:lnTo>
                <a:lnTo>
                  <a:pt x="f83" y="f84"/>
                </a:lnTo>
                <a:lnTo>
                  <a:pt x="f85" y="f86"/>
                </a:lnTo>
                <a:lnTo>
                  <a:pt x="f87" y="f17"/>
                </a:lnTo>
                <a:lnTo>
                  <a:pt x="f88" y="f89"/>
                </a:lnTo>
                <a:lnTo>
                  <a:pt x="f90" y="f13"/>
                </a:lnTo>
                <a:lnTo>
                  <a:pt x="f91" y="f10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64191BDB-4A00-4956-97ED-89E8A808DF4B}"/>
              </a:ext>
            </a:extLst>
          </p:cNvPr>
          <p:cNvSpPr>
            <a:spLocks noMove="1" noResize="1"/>
          </p:cNvSpPr>
          <p:nvPr/>
        </p:nvSpPr>
        <p:spPr>
          <a:xfrm rot="10371510">
            <a:off x="263767" y="4117122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9C9AD9E5-06C5-40CC-BDDB-8423AEA4D4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973" y="4517136"/>
            <a:ext cx="10893091" cy="11749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6000"/>
              <a:t>"Végleges" kinézete(Home)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A363BD97-8778-408E-89D8-E21FB6E88B8D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11">
              <a:extLst>
                <a:ext uri="{FF2B5EF4-FFF2-40B4-BE49-F238E27FC236}">
                  <a16:creationId xmlns:a16="http://schemas.microsoft.com/office/drawing/2014/main" id="{818363FB-AFBE-4EF8-B0F5-9A959C4A5CE1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23A1785-782B-4D8B-9F22-07C9CDC86833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Rectangle 14">
            <a:extLst>
              <a:ext uri="{FF2B5EF4-FFF2-40B4-BE49-F238E27FC236}">
                <a16:creationId xmlns:a16="http://schemas.microsoft.com/office/drawing/2014/main" id="{4465794B-B03D-49E2-94A4-C5DFEB0D4609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C7B3C1F-46E8-4E73-881A-40FA3DB33014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BD6C20FB-A227-47E0-996D-5988920ECD3B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pic>
        <p:nvPicPr>
          <p:cNvPr id="8" name="Kép 5" descr="A képen szöveg, képernyőkép, Betűtípus, lila látható&#10;&#10;Lehet, hogy az AI által létrehozott tartalom helytelen.">
            <a:extLst>
              <a:ext uri="{FF2B5EF4-FFF2-40B4-BE49-F238E27FC236}">
                <a16:creationId xmlns:a16="http://schemas.microsoft.com/office/drawing/2014/main" id="{888D6518-16B5-43AE-8FEA-0D5D16A88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01" y="474134"/>
            <a:ext cx="2518029" cy="3439616"/>
          </a:xfrm>
          <a:prstGeom prst="rect">
            <a:avLst/>
          </a:prstGeom>
          <a:noFill/>
          <a:ln cap="rnd">
            <a:noFill/>
          </a:ln>
        </p:spPr>
      </p:pic>
      <p:pic>
        <p:nvPicPr>
          <p:cNvPr id="9" name="Tartalom helye 3" descr="A képen szöveg, képernyőkép, Betűtípus, lila látható&#10;&#10;Lehet, hogy az AI által létrehozott tartalom helytelen.">
            <a:extLst>
              <a:ext uri="{FF2B5EF4-FFF2-40B4-BE49-F238E27FC236}">
                <a16:creationId xmlns:a16="http://schemas.microsoft.com/office/drawing/2014/main" id="{66FD63EF-9507-43B9-B6AD-0BDF17220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266992" y="628668"/>
            <a:ext cx="3557015" cy="312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Kép 4" descr="A képen szöveg, képernyőkép, Betűtípus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48DEFBA2-E836-4ACE-B037-665F1CA17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829" y="770336"/>
            <a:ext cx="3557015" cy="2845612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11" name="Rectangle 20">
            <a:extLst>
              <a:ext uri="{FF2B5EF4-FFF2-40B4-BE49-F238E27FC236}">
                <a16:creationId xmlns:a16="http://schemas.microsoft.com/office/drawing/2014/main" id="{77F03DFB-C8AC-4734-9969-8C7BAFA2BB77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12" name="Freeform: Shape 22">
            <a:extLst>
              <a:ext uri="{FF2B5EF4-FFF2-40B4-BE49-F238E27FC236}">
                <a16:creationId xmlns:a16="http://schemas.microsoft.com/office/drawing/2014/main" id="{D54E0775-A807-4825-A84C-46057EA0E563}"/>
              </a:ext>
            </a:extLst>
          </p:cNvPr>
          <p:cNvSpPr>
            <a:spLocks noMove="1" noResize="1"/>
          </p:cNvSpPr>
          <p:nvPr/>
        </p:nvSpPr>
        <p:spPr>
          <a:xfrm>
            <a:off x="457200" y="4133846"/>
            <a:ext cx="11277596" cy="22500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277600"/>
              <a:gd name="f7" fmla="val 2250018"/>
              <a:gd name="f8" fmla="val 5264150"/>
              <a:gd name="f9" fmla="val 5499100"/>
              <a:gd name="f10" fmla="val 1588"/>
              <a:gd name="f11" fmla="val 5730875"/>
              <a:gd name="f12" fmla="val 5961063"/>
              <a:gd name="f13" fmla="val 4763"/>
              <a:gd name="f14" fmla="val 6186488"/>
              <a:gd name="f15" fmla="val 9525"/>
              <a:gd name="f16" fmla="val 6410325"/>
              <a:gd name="f17" fmla="val 14288"/>
              <a:gd name="f18" fmla="val 6629400"/>
              <a:gd name="f19" fmla="val 19050"/>
              <a:gd name="f20" fmla="val 6846888"/>
              <a:gd name="f21" fmla="val 26988"/>
              <a:gd name="f22" fmla="val 7061200"/>
              <a:gd name="f23" fmla="val 34925"/>
              <a:gd name="f24" fmla="val 7270750"/>
              <a:gd name="f25" fmla="val 42863"/>
              <a:gd name="f26" fmla="val 7680325"/>
              <a:gd name="f27" fmla="val 63500"/>
              <a:gd name="f28" fmla="val 8072438"/>
              <a:gd name="f29" fmla="val 85725"/>
              <a:gd name="f30" fmla="val 8448675"/>
              <a:gd name="f31" fmla="val 109538"/>
              <a:gd name="f32" fmla="val 8805862"/>
              <a:gd name="f33" fmla="val 134938"/>
              <a:gd name="f34" fmla="val 9145588"/>
              <a:gd name="f35" fmla="val 161925"/>
              <a:gd name="f36" fmla="val 9461500"/>
              <a:gd name="f37" fmla="val 190500"/>
              <a:gd name="f38" fmla="val 9758362"/>
              <a:gd name="f39" fmla="val 219075"/>
              <a:gd name="f40" fmla="val 10031412"/>
              <a:gd name="f41" fmla="val 247650"/>
              <a:gd name="f42" fmla="val 10282238"/>
              <a:gd name="f43" fmla="val 274638"/>
              <a:gd name="f44" fmla="val 10504488"/>
              <a:gd name="f45" fmla="val 300038"/>
              <a:gd name="f46" fmla="val 10704512"/>
              <a:gd name="f47" fmla="val 323850"/>
              <a:gd name="f48" fmla="val 10874375"/>
              <a:gd name="f49" fmla="val 344488"/>
              <a:gd name="f50" fmla="val 11015662"/>
              <a:gd name="f51" fmla="val 363538"/>
              <a:gd name="f52" fmla="val 11210925"/>
              <a:gd name="f53" fmla="val 390525"/>
              <a:gd name="f54" fmla="val 400050"/>
              <a:gd name="f55" fmla="val 398463"/>
              <a:gd name="f56" fmla="val 255588"/>
              <a:gd name="f57" fmla="val 358775"/>
              <a:gd name="f58" fmla="val 511175"/>
              <a:gd name="f59" fmla="val 320675"/>
              <a:gd name="f60" fmla="val 766762"/>
              <a:gd name="f61" fmla="val 284163"/>
              <a:gd name="f62" fmla="val 1023938"/>
              <a:gd name="f63" fmla="val 252413"/>
              <a:gd name="f64" fmla="val 1279525"/>
              <a:gd name="f65" fmla="val 220663"/>
              <a:gd name="f66" fmla="val 1536700"/>
              <a:gd name="f67" fmla="val 1790700"/>
              <a:gd name="f68" fmla="val 165100"/>
              <a:gd name="f69" fmla="val 2047875"/>
              <a:gd name="f70" fmla="val 141288"/>
              <a:gd name="f71" fmla="val 2303462"/>
              <a:gd name="f72" fmla="val 119063"/>
              <a:gd name="f73" fmla="val 2555875"/>
              <a:gd name="f74" fmla="val 100013"/>
              <a:gd name="f75" fmla="val 2809875"/>
              <a:gd name="f76" fmla="val 80963"/>
              <a:gd name="f77" fmla="val 3062288"/>
              <a:gd name="f78" fmla="val 65088"/>
              <a:gd name="f79" fmla="val 3313113"/>
              <a:gd name="f80" fmla="val 52388"/>
              <a:gd name="f81" fmla="val 3563938"/>
              <a:gd name="f82" fmla="val 39688"/>
              <a:gd name="f83" fmla="val 3811588"/>
              <a:gd name="f84" fmla="val 28575"/>
              <a:gd name="f85" fmla="val 4057650"/>
              <a:gd name="f86" fmla="val 20638"/>
              <a:gd name="f87" fmla="val 4303713"/>
              <a:gd name="f88" fmla="val 4546600"/>
              <a:gd name="f89" fmla="val 7938"/>
              <a:gd name="f90" fmla="val 4787900"/>
              <a:gd name="f91" fmla="val 5027613"/>
              <a:gd name="f92" fmla="+- 0 0 -90"/>
              <a:gd name="f93" fmla="*/ f3 1 11277600"/>
              <a:gd name="f94" fmla="*/ f4 1 2250018"/>
              <a:gd name="f95" fmla="val f5"/>
              <a:gd name="f96" fmla="val f6"/>
              <a:gd name="f97" fmla="val f7"/>
              <a:gd name="f98" fmla="*/ f92 f0 1"/>
              <a:gd name="f99" fmla="+- f97 0 f95"/>
              <a:gd name="f100" fmla="+- f96 0 f95"/>
              <a:gd name="f101" fmla="*/ f98 1 f2"/>
              <a:gd name="f102" fmla="*/ f100 1 11277600"/>
              <a:gd name="f103" fmla="*/ f99 1 2250018"/>
              <a:gd name="f104" fmla="*/ 5264150 f100 1"/>
              <a:gd name="f105" fmla="*/ 0 f99 1"/>
              <a:gd name="f106" fmla="*/ 5499100 f100 1"/>
              <a:gd name="f107" fmla="*/ 1588 f99 1"/>
              <a:gd name="f108" fmla="*/ 5730875 f100 1"/>
              <a:gd name="f109" fmla="*/ 5961063 f100 1"/>
              <a:gd name="f110" fmla="*/ 4763 f99 1"/>
              <a:gd name="f111" fmla="*/ 6186488 f100 1"/>
              <a:gd name="f112" fmla="*/ 9525 f99 1"/>
              <a:gd name="f113" fmla="*/ 6410325 f100 1"/>
              <a:gd name="f114" fmla="*/ 14288 f99 1"/>
              <a:gd name="f115" fmla="*/ 6629400 f100 1"/>
              <a:gd name="f116" fmla="*/ 19050 f99 1"/>
              <a:gd name="f117" fmla="*/ 6846888 f100 1"/>
              <a:gd name="f118" fmla="*/ 26988 f99 1"/>
              <a:gd name="f119" fmla="*/ 7061200 f100 1"/>
              <a:gd name="f120" fmla="*/ 34925 f99 1"/>
              <a:gd name="f121" fmla="*/ 7270750 f100 1"/>
              <a:gd name="f122" fmla="*/ 42863 f99 1"/>
              <a:gd name="f123" fmla="*/ 7680325 f100 1"/>
              <a:gd name="f124" fmla="*/ 63500 f99 1"/>
              <a:gd name="f125" fmla="*/ 8072438 f100 1"/>
              <a:gd name="f126" fmla="*/ 85725 f99 1"/>
              <a:gd name="f127" fmla="*/ 8448675 f100 1"/>
              <a:gd name="f128" fmla="*/ 109538 f99 1"/>
              <a:gd name="f129" fmla="*/ 8805862 f100 1"/>
              <a:gd name="f130" fmla="*/ 134938 f99 1"/>
              <a:gd name="f131" fmla="*/ 9145588 f100 1"/>
              <a:gd name="f132" fmla="*/ 161925 f99 1"/>
              <a:gd name="f133" fmla="*/ 9461500 f100 1"/>
              <a:gd name="f134" fmla="*/ 190500 f99 1"/>
              <a:gd name="f135" fmla="*/ 9758362 f100 1"/>
              <a:gd name="f136" fmla="*/ 219075 f99 1"/>
              <a:gd name="f137" fmla="*/ 10031412 f100 1"/>
              <a:gd name="f138" fmla="*/ 247650 f99 1"/>
              <a:gd name="f139" fmla="*/ 10282238 f100 1"/>
              <a:gd name="f140" fmla="*/ 274638 f99 1"/>
              <a:gd name="f141" fmla="*/ 10504488 f100 1"/>
              <a:gd name="f142" fmla="*/ 300038 f99 1"/>
              <a:gd name="f143" fmla="*/ 10704512 f100 1"/>
              <a:gd name="f144" fmla="*/ 323850 f99 1"/>
              <a:gd name="f145" fmla="*/ 10874375 f100 1"/>
              <a:gd name="f146" fmla="*/ 344488 f99 1"/>
              <a:gd name="f147" fmla="*/ 11015662 f100 1"/>
              <a:gd name="f148" fmla="*/ 363538 f99 1"/>
              <a:gd name="f149" fmla="*/ 11210925 f100 1"/>
              <a:gd name="f150" fmla="*/ 390525 f99 1"/>
              <a:gd name="f151" fmla="*/ 11277600 f100 1"/>
              <a:gd name="f152" fmla="*/ 400050 f99 1"/>
              <a:gd name="f153" fmla="*/ 2250018 f99 1"/>
              <a:gd name="f154" fmla="*/ 0 f100 1"/>
              <a:gd name="f155" fmla="*/ 398463 f99 1"/>
              <a:gd name="f156" fmla="*/ 255588 f100 1"/>
              <a:gd name="f157" fmla="*/ 358775 f99 1"/>
              <a:gd name="f158" fmla="*/ 511175 f100 1"/>
              <a:gd name="f159" fmla="*/ 320675 f99 1"/>
              <a:gd name="f160" fmla="*/ 766762 f100 1"/>
              <a:gd name="f161" fmla="*/ 284163 f99 1"/>
              <a:gd name="f162" fmla="*/ 1023938 f100 1"/>
              <a:gd name="f163" fmla="*/ 252413 f99 1"/>
              <a:gd name="f164" fmla="*/ 1279525 f100 1"/>
              <a:gd name="f165" fmla="*/ 220663 f99 1"/>
              <a:gd name="f166" fmla="*/ 1536700 f100 1"/>
              <a:gd name="f167" fmla="*/ 1790700 f100 1"/>
              <a:gd name="f168" fmla="*/ 165100 f99 1"/>
              <a:gd name="f169" fmla="*/ 2047875 f100 1"/>
              <a:gd name="f170" fmla="*/ 141288 f99 1"/>
              <a:gd name="f171" fmla="*/ 2303462 f100 1"/>
              <a:gd name="f172" fmla="*/ 119063 f99 1"/>
              <a:gd name="f173" fmla="*/ 2555875 f100 1"/>
              <a:gd name="f174" fmla="*/ 100013 f99 1"/>
              <a:gd name="f175" fmla="*/ 2809875 f100 1"/>
              <a:gd name="f176" fmla="*/ 80963 f99 1"/>
              <a:gd name="f177" fmla="*/ 3062288 f100 1"/>
              <a:gd name="f178" fmla="*/ 65088 f99 1"/>
              <a:gd name="f179" fmla="*/ 3313113 f100 1"/>
              <a:gd name="f180" fmla="*/ 52388 f99 1"/>
              <a:gd name="f181" fmla="*/ 3563938 f100 1"/>
              <a:gd name="f182" fmla="*/ 39688 f99 1"/>
              <a:gd name="f183" fmla="*/ 3811588 f100 1"/>
              <a:gd name="f184" fmla="*/ 28575 f99 1"/>
              <a:gd name="f185" fmla="*/ 4057650 f100 1"/>
              <a:gd name="f186" fmla="*/ 20638 f99 1"/>
              <a:gd name="f187" fmla="*/ 4303713 f100 1"/>
              <a:gd name="f188" fmla="*/ 4546600 f100 1"/>
              <a:gd name="f189" fmla="*/ 7938 f99 1"/>
              <a:gd name="f190" fmla="*/ 4787900 f100 1"/>
              <a:gd name="f191" fmla="*/ 5027613 f100 1"/>
              <a:gd name="f192" fmla="+- f101 0 f1"/>
              <a:gd name="f193" fmla="*/ f104 1 11277600"/>
              <a:gd name="f194" fmla="*/ f105 1 2250018"/>
              <a:gd name="f195" fmla="*/ f106 1 11277600"/>
              <a:gd name="f196" fmla="*/ f107 1 2250018"/>
              <a:gd name="f197" fmla="*/ f108 1 11277600"/>
              <a:gd name="f198" fmla="*/ f109 1 11277600"/>
              <a:gd name="f199" fmla="*/ f110 1 2250018"/>
              <a:gd name="f200" fmla="*/ f111 1 11277600"/>
              <a:gd name="f201" fmla="*/ f112 1 2250018"/>
              <a:gd name="f202" fmla="*/ f113 1 11277600"/>
              <a:gd name="f203" fmla="*/ f114 1 2250018"/>
              <a:gd name="f204" fmla="*/ f115 1 11277600"/>
              <a:gd name="f205" fmla="*/ f116 1 2250018"/>
              <a:gd name="f206" fmla="*/ f117 1 11277600"/>
              <a:gd name="f207" fmla="*/ f118 1 2250018"/>
              <a:gd name="f208" fmla="*/ f119 1 11277600"/>
              <a:gd name="f209" fmla="*/ f120 1 2250018"/>
              <a:gd name="f210" fmla="*/ f121 1 11277600"/>
              <a:gd name="f211" fmla="*/ f122 1 2250018"/>
              <a:gd name="f212" fmla="*/ f123 1 11277600"/>
              <a:gd name="f213" fmla="*/ f124 1 2250018"/>
              <a:gd name="f214" fmla="*/ f125 1 11277600"/>
              <a:gd name="f215" fmla="*/ f126 1 2250018"/>
              <a:gd name="f216" fmla="*/ f127 1 11277600"/>
              <a:gd name="f217" fmla="*/ f128 1 2250018"/>
              <a:gd name="f218" fmla="*/ f129 1 11277600"/>
              <a:gd name="f219" fmla="*/ f130 1 2250018"/>
              <a:gd name="f220" fmla="*/ f131 1 11277600"/>
              <a:gd name="f221" fmla="*/ f132 1 2250018"/>
              <a:gd name="f222" fmla="*/ f133 1 11277600"/>
              <a:gd name="f223" fmla="*/ f134 1 2250018"/>
              <a:gd name="f224" fmla="*/ f135 1 11277600"/>
              <a:gd name="f225" fmla="*/ f136 1 2250018"/>
              <a:gd name="f226" fmla="*/ f137 1 11277600"/>
              <a:gd name="f227" fmla="*/ f138 1 2250018"/>
              <a:gd name="f228" fmla="*/ f139 1 11277600"/>
              <a:gd name="f229" fmla="*/ f140 1 2250018"/>
              <a:gd name="f230" fmla="*/ f141 1 11277600"/>
              <a:gd name="f231" fmla="*/ f142 1 2250018"/>
              <a:gd name="f232" fmla="*/ f143 1 11277600"/>
              <a:gd name="f233" fmla="*/ f144 1 2250018"/>
              <a:gd name="f234" fmla="*/ f145 1 11277600"/>
              <a:gd name="f235" fmla="*/ f146 1 2250018"/>
              <a:gd name="f236" fmla="*/ f147 1 11277600"/>
              <a:gd name="f237" fmla="*/ f148 1 2250018"/>
              <a:gd name="f238" fmla="*/ f149 1 11277600"/>
              <a:gd name="f239" fmla="*/ f150 1 2250018"/>
              <a:gd name="f240" fmla="*/ f151 1 11277600"/>
              <a:gd name="f241" fmla="*/ f152 1 2250018"/>
              <a:gd name="f242" fmla="*/ f153 1 2250018"/>
              <a:gd name="f243" fmla="*/ f154 1 11277600"/>
              <a:gd name="f244" fmla="*/ f155 1 2250018"/>
              <a:gd name="f245" fmla="*/ f156 1 11277600"/>
              <a:gd name="f246" fmla="*/ f157 1 2250018"/>
              <a:gd name="f247" fmla="*/ f158 1 11277600"/>
              <a:gd name="f248" fmla="*/ f159 1 2250018"/>
              <a:gd name="f249" fmla="*/ f160 1 11277600"/>
              <a:gd name="f250" fmla="*/ f161 1 2250018"/>
              <a:gd name="f251" fmla="*/ f162 1 11277600"/>
              <a:gd name="f252" fmla="*/ f163 1 2250018"/>
              <a:gd name="f253" fmla="*/ f164 1 11277600"/>
              <a:gd name="f254" fmla="*/ f165 1 2250018"/>
              <a:gd name="f255" fmla="*/ f166 1 11277600"/>
              <a:gd name="f256" fmla="*/ f167 1 11277600"/>
              <a:gd name="f257" fmla="*/ f168 1 2250018"/>
              <a:gd name="f258" fmla="*/ f169 1 11277600"/>
              <a:gd name="f259" fmla="*/ f170 1 2250018"/>
              <a:gd name="f260" fmla="*/ f171 1 11277600"/>
              <a:gd name="f261" fmla="*/ f172 1 2250018"/>
              <a:gd name="f262" fmla="*/ f173 1 11277600"/>
              <a:gd name="f263" fmla="*/ f174 1 2250018"/>
              <a:gd name="f264" fmla="*/ f175 1 11277600"/>
              <a:gd name="f265" fmla="*/ f176 1 2250018"/>
              <a:gd name="f266" fmla="*/ f177 1 11277600"/>
              <a:gd name="f267" fmla="*/ f178 1 2250018"/>
              <a:gd name="f268" fmla="*/ f179 1 11277600"/>
              <a:gd name="f269" fmla="*/ f180 1 2250018"/>
              <a:gd name="f270" fmla="*/ f181 1 11277600"/>
              <a:gd name="f271" fmla="*/ f182 1 2250018"/>
              <a:gd name="f272" fmla="*/ f183 1 11277600"/>
              <a:gd name="f273" fmla="*/ f184 1 2250018"/>
              <a:gd name="f274" fmla="*/ f185 1 11277600"/>
              <a:gd name="f275" fmla="*/ f186 1 2250018"/>
              <a:gd name="f276" fmla="*/ f187 1 11277600"/>
              <a:gd name="f277" fmla="*/ f188 1 11277600"/>
              <a:gd name="f278" fmla="*/ f189 1 2250018"/>
              <a:gd name="f279" fmla="*/ f190 1 11277600"/>
              <a:gd name="f280" fmla="*/ f191 1 11277600"/>
              <a:gd name="f281" fmla="*/ f95 1 f102"/>
              <a:gd name="f282" fmla="*/ f96 1 f102"/>
              <a:gd name="f283" fmla="*/ f95 1 f103"/>
              <a:gd name="f284" fmla="*/ f97 1 f103"/>
              <a:gd name="f285" fmla="*/ f193 1 f102"/>
              <a:gd name="f286" fmla="*/ f194 1 f103"/>
              <a:gd name="f287" fmla="*/ f195 1 f102"/>
              <a:gd name="f288" fmla="*/ f196 1 f103"/>
              <a:gd name="f289" fmla="*/ f197 1 f102"/>
              <a:gd name="f290" fmla="*/ f198 1 f102"/>
              <a:gd name="f291" fmla="*/ f199 1 f103"/>
              <a:gd name="f292" fmla="*/ f200 1 f102"/>
              <a:gd name="f293" fmla="*/ f201 1 f103"/>
              <a:gd name="f294" fmla="*/ f202 1 f102"/>
              <a:gd name="f295" fmla="*/ f203 1 f103"/>
              <a:gd name="f296" fmla="*/ f204 1 f102"/>
              <a:gd name="f297" fmla="*/ f205 1 f103"/>
              <a:gd name="f298" fmla="*/ f206 1 f102"/>
              <a:gd name="f299" fmla="*/ f207 1 f103"/>
              <a:gd name="f300" fmla="*/ f208 1 f102"/>
              <a:gd name="f301" fmla="*/ f209 1 f103"/>
              <a:gd name="f302" fmla="*/ f210 1 f102"/>
              <a:gd name="f303" fmla="*/ f211 1 f103"/>
              <a:gd name="f304" fmla="*/ f212 1 f102"/>
              <a:gd name="f305" fmla="*/ f213 1 f103"/>
              <a:gd name="f306" fmla="*/ f214 1 f102"/>
              <a:gd name="f307" fmla="*/ f215 1 f103"/>
              <a:gd name="f308" fmla="*/ f216 1 f102"/>
              <a:gd name="f309" fmla="*/ f217 1 f103"/>
              <a:gd name="f310" fmla="*/ f218 1 f102"/>
              <a:gd name="f311" fmla="*/ f219 1 f103"/>
              <a:gd name="f312" fmla="*/ f220 1 f102"/>
              <a:gd name="f313" fmla="*/ f221 1 f103"/>
              <a:gd name="f314" fmla="*/ f222 1 f102"/>
              <a:gd name="f315" fmla="*/ f223 1 f103"/>
              <a:gd name="f316" fmla="*/ f224 1 f102"/>
              <a:gd name="f317" fmla="*/ f225 1 f103"/>
              <a:gd name="f318" fmla="*/ f226 1 f102"/>
              <a:gd name="f319" fmla="*/ f227 1 f103"/>
              <a:gd name="f320" fmla="*/ f228 1 f102"/>
              <a:gd name="f321" fmla="*/ f229 1 f103"/>
              <a:gd name="f322" fmla="*/ f230 1 f102"/>
              <a:gd name="f323" fmla="*/ f231 1 f103"/>
              <a:gd name="f324" fmla="*/ f232 1 f102"/>
              <a:gd name="f325" fmla="*/ f233 1 f103"/>
              <a:gd name="f326" fmla="*/ f234 1 f102"/>
              <a:gd name="f327" fmla="*/ f235 1 f103"/>
              <a:gd name="f328" fmla="*/ f236 1 f102"/>
              <a:gd name="f329" fmla="*/ f237 1 f103"/>
              <a:gd name="f330" fmla="*/ f238 1 f102"/>
              <a:gd name="f331" fmla="*/ f239 1 f103"/>
              <a:gd name="f332" fmla="*/ f240 1 f102"/>
              <a:gd name="f333" fmla="*/ f241 1 f103"/>
              <a:gd name="f334" fmla="*/ f242 1 f103"/>
              <a:gd name="f335" fmla="*/ f243 1 f102"/>
              <a:gd name="f336" fmla="*/ f244 1 f103"/>
              <a:gd name="f337" fmla="*/ f245 1 f102"/>
              <a:gd name="f338" fmla="*/ f246 1 f103"/>
              <a:gd name="f339" fmla="*/ f247 1 f102"/>
              <a:gd name="f340" fmla="*/ f248 1 f103"/>
              <a:gd name="f341" fmla="*/ f249 1 f102"/>
              <a:gd name="f342" fmla="*/ f250 1 f103"/>
              <a:gd name="f343" fmla="*/ f251 1 f102"/>
              <a:gd name="f344" fmla="*/ f252 1 f103"/>
              <a:gd name="f345" fmla="*/ f253 1 f102"/>
              <a:gd name="f346" fmla="*/ f254 1 f103"/>
              <a:gd name="f347" fmla="*/ f255 1 f102"/>
              <a:gd name="f348" fmla="*/ f256 1 f102"/>
              <a:gd name="f349" fmla="*/ f257 1 f103"/>
              <a:gd name="f350" fmla="*/ f258 1 f102"/>
              <a:gd name="f351" fmla="*/ f259 1 f103"/>
              <a:gd name="f352" fmla="*/ f260 1 f102"/>
              <a:gd name="f353" fmla="*/ f261 1 f103"/>
              <a:gd name="f354" fmla="*/ f262 1 f102"/>
              <a:gd name="f355" fmla="*/ f263 1 f103"/>
              <a:gd name="f356" fmla="*/ f264 1 f102"/>
              <a:gd name="f357" fmla="*/ f265 1 f103"/>
              <a:gd name="f358" fmla="*/ f266 1 f102"/>
              <a:gd name="f359" fmla="*/ f267 1 f103"/>
              <a:gd name="f360" fmla="*/ f268 1 f102"/>
              <a:gd name="f361" fmla="*/ f269 1 f103"/>
              <a:gd name="f362" fmla="*/ f270 1 f102"/>
              <a:gd name="f363" fmla="*/ f271 1 f103"/>
              <a:gd name="f364" fmla="*/ f272 1 f102"/>
              <a:gd name="f365" fmla="*/ f273 1 f103"/>
              <a:gd name="f366" fmla="*/ f274 1 f102"/>
              <a:gd name="f367" fmla="*/ f275 1 f103"/>
              <a:gd name="f368" fmla="*/ f276 1 f102"/>
              <a:gd name="f369" fmla="*/ f277 1 f102"/>
              <a:gd name="f370" fmla="*/ f278 1 f103"/>
              <a:gd name="f371" fmla="*/ f279 1 f102"/>
              <a:gd name="f372" fmla="*/ f280 1 f102"/>
              <a:gd name="f373" fmla="*/ f281 f93 1"/>
              <a:gd name="f374" fmla="*/ f282 f93 1"/>
              <a:gd name="f375" fmla="*/ f284 f94 1"/>
              <a:gd name="f376" fmla="*/ f283 f94 1"/>
              <a:gd name="f377" fmla="*/ f285 f93 1"/>
              <a:gd name="f378" fmla="*/ f286 f94 1"/>
              <a:gd name="f379" fmla="*/ f287 f93 1"/>
              <a:gd name="f380" fmla="*/ f288 f94 1"/>
              <a:gd name="f381" fmla="*/ f289 f93 1"/>
              <a:gd name="f382" fmla="*/ f290 f93 1"/>
              <a:gd name="f383" fmla="*/ f291 f94 1"/>
              <a:gd name="f384" fmla="*/ f292 f93 1"/>
              <a:gd name="f385" fmla="*/ f293 f94 1"/>
              <a:gd name="f386" fmla="*/ f294 f93 1"/>
              <a:gd name="f387" fmla="*/ f295 f94 1"/>
              <a:gd name="f388" fmla="*/ f296 f93 1"/>
              <a:gd name="f389" fmla="*/ f297 f94 1"/>
              <a:gd name="f390" fmla="*/ f298 f93 1"/>
              <a:gd name="f391" fmla="*/ f299 f94 1"/>
              <a:gd name="f392" fmla="*/ f300 f93 1"/>
              <a:gd name="f393" fmla="*/ f301 f94 1"/>
              <a:gd name="f394" fmla="*/ f302 f93 1"/>
              <a:gd name="f395" fmla="*/ f303 f94 1"/>
              <a:gd name="f396" fmla="*/ f304 f93 1"/>
              <a:gd name="f397" fmla="*/ f305 f94 1"/>
              <a:gd name="f398" fmla="*/ f306 f93 1"/>
              <a:gd name="f399" fmla="*/ f307 f94 1"/>
              <a:gd name="f400" fmla="*/ f308 f93 1"/>
              <a:gd name="f401" fmla="*/ f309 f94 1"/>
              <a:gd name="f402" fmla="*/ f310 f93 1"/>
              <a:gd name="f403" fmla="*/ f311 f94 1"/>
              <a:gd name="f404" fmla="*/ f312 f93 1"/>
              <a:gd name="f405" fmla="*/ f313 f94 1"/>
              <a:gd name="f406" fmla="*/ f314 f93 1"/>
              <a:gd name="f407" fmla="*/ f315 f94 1"/>
              <a:gd name="f408" fmla="*/ f316 f93 1"/>
              <a:gd name="f409" fmla="*/ f317 f94 1"/>
              <a:gd name="f410" fmla="*/ f318 f93 1"/>
              <a:gd name="f411" fmla="*/ f319 f94 1"/>
              <a:gd name="f412" fmla="*/ f320 f93 1"/>
              <a:gd name="f413" fmla="*/ f321 f94 1"/>
              <a:gd name="f414" fmla="*/ f322 f93 1"/>
              <a:gd name="f415" fmla="*/ f323 f94 1"/>
              <a:gd name="f416" fmla="*/ f324 f93 1"/>
              <a:gd name="f417" fmla="*/ f325 f94 1"/>
              <a:gd name="f418" fmla="*/ f326 f93 1"/>
              <a:gd name="f419" fmla="*/ f327 f94 1"/>
              <a:gd name="f420" fmla="*/ f328 f93 1"/>
              <a:gd name="f421" fmla="*/ f329 f94 1"/>
              <a:gd name="f422" fmla="*/ f330 f93 1"/>
              <a:gd name="f423" fmla="*/ f331 f94 1"/>
              <a:gd name="f424" fmla="*/ f332 f93 1"/>
              <a:gd name="f425" fmla="*/ f333 f94 1"/>
              <a:gd name="f426" fmla="*/ f334 f94 1"/>
              <a:gd name="f427" fmla="*/ f335 f93 1"/>
              <a:gd name="f428" fmla="*/ f336 f94 1"/>
              <a:gd name="f429" fmla="*/ f337 f93 1"/>
              <a:gd name="f430" fmla="*/ f338 f94 1"/>
              <a:gd name="f431" fmla="*/ f339 f93 1"/>
              <a:gd name="f432" fmla="*/ f340 f94 1"/>
              <a:gd name="f433" fmla="*/ f341 f93 1"/>
              <a:gd name="f434" fmla="*/ f342 f94 1"/>
              <a:gd name="f435" fmla="*/ f343 f93 1"/>
              <a:gd name="f436" fmla="*/ f344 f94 1"/>
              <a:gd name="f437" fmla="*/ f345 f93 1"/>
              <a:gd name="f438" fmla="*/ f346 f94 1"/>
              <a:gd name="f439" fmla="*/ f347 f93 1"/>
              <a:gd name="f440" fmla="*/ f348 f93 1"/>
              <a:gd name="f441" fmla="*/ f349 f94 1"/>
              <a:gd name="f442" fmla="*/ f350 f93 1"/>
              <a:gd name="f443" fmla="*/ f351 f94 1"/>
              <a:gd name="f444" fmla="*/ f352 f93 1"/>
              <a:gd name="f445" fmla="*/ f353 f94 1"/>
              <a:gd name="f446" fmla="*/ f354 f93 1"/>
              <a:gd name="f447" fmla="*/ f355 f94 1"/>
              <a:gd name="f448" fmla="*/ f356 f93 1"/>
              <a:gd name="f449" fmla="*/ f357 f94 1"/>
              <a:gd name="f450" fmla="*/ f358 f93 1"/>
              <a:gd name="f451" fmla="*/ f359 f94 1"/>
              <a:gd name="f452" fmla="*/ f360 f93 1"/>
              <a:gd name="f453" fmla="*/ f361 f94 1"/>
              <a:gd name="f454" fmla="*/ f362 f93 1"/>
              <a:gd name="f455" fmla="*/ f363 f94 1"/>
              <a:gd name="f456" fmla="*/ f364 f93 1"/>
              <a:gd name="f457" fmla="*/ f365 f94 1"/>
              <a:gd name="f458" fmla="*/ f366 f93 1"/>
              <a:gd name="f459" fmla="*/ f367 f94 1"/>
              <a:gd name="f460" fmla="*/ f368 f93 1"/>
              <a:gd name="f461" fmla="*/ f369 f93 1"/>
              <a:gd name="f462" fmla="*/ f370 f94 1"/>
              <a:gd name="f463" fmla="*/ f371 f93 1"/>
              <a:gd name="f464" fmla="*/ f372 f9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2">
                <a:pos x="f377" y="f378"/>
              </a:cxn>
              <a:cxn ang="f192">
                <a:pos x="f379" y="f380"/>
              </a:cxn>
              <a:cxn ang="f192">
                <a:pos x="f381" y="f380"/>
              </a:cxn>
              <a:cxn ang="f192">
                <a:pos x="f382" y="f383"/>
              </a:cxn>
              <a:cxn ang="f192">
                <a:pos x="f384" y="f385"/>
              </a:cxn>
              <a:cxn ang="f192">
                <a:pos x="f386" y="f387"/>
              </a:cxn>
              <a:cxn ang="f192">
                <a:pos x="f388" y="f389"/>
              </a:cxn>
              <a:cxn ang="f192">
                <a:pos x="f390" y="f391"/>
              </a:cxn>
              <a:cxn ang="f192">
                <a:pos x="f392" y="f393"/>
              </a:cxn>
              <a:cxn ang="f192">
                <a:pos x="f394" y="f395"/>
              </a:cxn>
              <a:cxn ang="f192">
                <a:pos x="f396" y="f397"/>
              </a:cxn>
              <a:cxn ang="f192">
                <a:pos x="f398" y="f399"/>
              </a:cxn>
              <a:cxn ang="f192">
                <a:pos x="f400" y="f401"/>
              </a:cxn>
              <a:cxn ang="f192">
                <a:pos x="f402" y="f403"/>
              </a:cxn>
              <a:cxn ang="f192">
                <a:pos x="f404" y="f405"/>
              </a:cxn>
              <a:cxn ang="f192">
                <a:pos x="f406" y="f407"/>
              </a:cxn>
              <a:cxn ang="f192">
                <a:pos x="f408" y="f409"/>
              </a:cxn>
              <a:cxn ang="f192">
                <a:pos x="f410" y="f411"/>
              </a:cxn>
              <a:cxn ang="f192">
                <a:pos x="f412" y="f413"/>
              </a:cxn>
              <a:cxn ang="f192">
                <a:pos x="f414" y="f415"/>
              </a:cxn>
              <a:cxn ang="f192">
                <a:pos x="f416" y="f417"/>
              </a:cxn>
              <a:cxn ang="f192">
                <a:pos x="f418" y="f419"/>
              </a:cxn>
              <a:cxn ang="f192">
                <a:pos x="f420" y="f421"/>
              </a:cxn>
              <a:cxn ang="f192">
                <a:pos x="f422" y="f423"/>
              </a:cxn>
              <a:cxn ang="f192">
                <a:pos x="f424" y="f425"/>
              </a:cxn>
              <a:cxn ang="f192">
                <a:pos x="f424" y="f426"/>
              </a:cxn>
              <a:cxn ang="f192">
                <a:pos x="f427" y="f426"/>
              </a:cxn>
              <a:cxn ang="f192">
                <a:pos x="f427" y="f428"/>
              </a:cxn>
              <a:cxn ang="f192">
                <a:pos x="f429" y="f430"/>
              </a:cxn>
              <a:cxn ang="f192">
                <a:pos x="f431" y="f432"/>
              </a:cxn>
              <a:cxn ang="f192">
                <a:pos x="f433" y="f434"/>
              </a:cxn>
              <a:cxn ang="f192">
                <a:pos x="f435" y="f436"/>
              </a:cxn>
              <a:cxn ang="f192">
                <a:pos x="f437" y="f438"/>
              </a:cxn>
              <a:cxn ang="f192">
                <a:pos x="f439" y="f407"/>
              </a:cxn>
              <a:cxn ang="f192">
                <a:pos x="f440" y="f441"/>
              </a:cxn>
              <a:cxn ang="f192">
                <a:pos x="f442" y="f443"/>
              </a:cxn>
              <a:cxn ang="f192">
                <a:pos x="f444" y="f445"/>
              </a:cxn>
              <a:cxn ang="f192">
                <a:pos x="f446" y="f447"/>
              </a:cxn>
              <a:cxn ang="f192">
                <a:pos x="f448" y="f449"/>
              </a:cxn>
              <a:cxn ang="f192">
                <a:pos x="f450" y="f451"/>
              </a:cxn>
              <a:cxn ang="f192">
                <a:pos x="f452" y="f453"/>
              </a:cxn>
              <a:cxn ang="f192">
                <a:pos x="f454" y="f455"/>
              </a:cxn>
              <a:cxn ang="f192">
                <a:pos x="f456" y="f457"/>
              </a:cxn>
              <a:cxn ang="f192">
                <a:pos x="f458" y="f459"/>
              </a:cxn>
              <a:cxn ang="f192">
                <a:pos x="f460" y="f387"/>
              </a:cxn>
              <a:cxn ang="f192">
                <a:pos x="f461" y="f462"/>
              </a:cxn>
              <a:cxn ang="f192">
                <a:pos x="f463" y="f383"/>
              </a:cxn>
              <a:cxn ang="f192">
                <a:pos x="f464" y="f380"/>
              </a:cxn>
            </a:cxnLst>
            <a:rect l="f373" t="f376" r="f374" b="f375"/>
            <a:pathLst>
              <a:path w="11277600" h="2250018">
                <a:moveTo>
                  <a:pt x="f8" y="f5"/>
                </a:move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14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6" y="f54"/>
                </a:lnTo>
                <a:lnTo>
                  <a:pt x="f6" y="f7"/>
                </a:lnTo>
                <a:lnTo>
                  <a:pt x="f5" y="f7"/>
                </a:lnTo>
                <a:lnTo>
                  <a:pt x="f5" y="f55"/>
                </a:lnTo>
                <a:lnTo>
                  <a:pt x="f56" y="f57"/>
                </a:lnTo>
                <a:lnTo>
                  <a:pt x="f58" y="f59"/>
                </a:lnTo>
                <a:lnTo>
                  <a:pt x="f60" y="f61"/>
                </a:lnTo>
                <a:lnTo>
                  <a:pt x="f62" y="f63"/>
                </a:lnTo>
                <a:lnTo>
                  <a:pt x="f64" y="f65"/>
                </a:lnTo>
                <a:lnTo>
                  <a:pt x="f66" y="f37"/>
                </a:lnTo>
                <a:lnTo>
                  <a:pt x="f67" y="f68"/>
                </a:lnTo>
                <a:lnTo>
                  <a:pt x="f69" y="f70"/>
                </a:lnTo>
                <a:lnTo>
                  <a:pt x="f71" y="f72"/>
                </a:lnTo>
                <a:lnTo>
                  <a:pt x="f73" y="f74"/>
                </a:lnTo>
                <a:lnTo>
                  <a:pt x="f75" y="f76"/>
                </a:lnTo>
                <a:lnTo>
                  <a:pt x="f77" y="f78"/>
                </a:lnTo>
                <a:lnTo>
                  <a:pt x="f79" y="f80"/>
                </a:lnTo>
                <a:lnTo>
                  <a:pt x="f81" y="f82"/>
                </a:lnTo>
                <a:lnTo>
                  <a:pt x="f83" y="f84"/>
                </a:lnTo>
                <a:lnTo>
                  <a:pt x="f85" y="f86"/>
                </a:lnTo>
                <a:lnTo>
                  <a:pt x="f87" y="f17"/>
                </a:lnTo>
                <a:lnTo>
                  <a:pt x="f88" y="f89"/>
                </a:lnTo>
                <a:lnTo>
                  <a:pt x="f90" y="f13"/>
                </a:lnTo>
                <a:lnTo>
                  <a:pt x="f91" y="f10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6E67A18-1E55-4C19-ACF5-B1E152F96E76}"/>
              </a:ext>
            </a:extLst>
          </p:cNvPr>
          <p:cNvSpPr>
            <a:spLocks noMove="1" noResize="1"/>
          </p:cNvSpPr>
          <p:nvPr/>
        </p:nvSpPr>
        <p:spPr>
          <a:xfrm rot="10371510">
            <a:off x="263767" y="4132539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BA55B348-AB51-485B-9247-6FC7B9AA13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973" y="4517136"/>
            <a:ext cx="10893091" cy="11749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6000"/>
              <a:t>Bejelentkezés és regisztráció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1AF039D2-87D6-43E1-A3A5-CA2774B6CC15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9">
              <a:extLst>
                <a:ext uri="{FF2B5EF4-FFF2-40B4-BE49-F238E27FC236}">
                  <a16:creationId xmlns:a16="http://schemas.microsoft.com/office/drawing/2014/main" id="{EFD5BC14-274C-4657-BB6B-729C7396F9F4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6D4A048-5A45-41C8-A78C-946EA5847D53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Rectangle 12">
            <a:extLst>
              <a:ext uri="{FF2B5EF4-FFF2-40B4-BE49-F238E27FC236}">
                <a16:creationId xmlns:a16="http://schemas.microsoft.com/office/drawing/2014/main" id="{A8BF8DFC-9C40-4F81-A4C4-7DA3EECA69DF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3517D79-5308-4E23-9A7B-06CB4FCA6C30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443B22F-7482-40FF-9188-78B84866C5D4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1EC2BDE0-E2FA-4D7F-AEEC-37FB480F3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60773" y="1113062"/>
            <a:ext cx="3382292" cy="32819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5400"/>
              <a:t>Gyakori kérdések</a:t>
            </a:r>
          </a:p>
        </p:txBody>
      </p:sp>
      <p:pic>
        <p:nvPicPr>
          <p:cNvPr id="9" name="Tartalom helye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FA52FBF2-7CC8-4051-B836-025401EE8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2097" y="1324627"/>
            <a:ext cx="7744117" cy="3829452"/>
          </a:xfrm>
          <a:prstGeom prst="rect">
            <a:avLst/>
          </a:prstGeom>
          <a:noFill/>
          <a:ln>
            <a:noFill/>
          </a:ln>
          <a:effectLst>
            <a:outerShdw dist="50804" dir="5400000" algn="tl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8">
            <a:extLst>
              <a:ext uri="{FF2B5EF4-FFF2-40B4-BE49-F238E27FC236}">
                <a16:creationId xmlns:a16="http://schemas.microsoft.com/office/drawing/2014/main" id="{6DFA928E-0CA9-4E25-BF62-E13A4FBD7731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blipFill>
            <a:blip r:embed="rId2">
              <a:alphaModFix/>
            </a:blip>
            <a:stretch>
              <a:fillRect/>
            </a:stretch>
          </a:blip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45993224-A992-4DB7-89F1-D37DA0DD1C23}"/>
              </a:ext>
            </a:extLst>
          </p:cNvPr>
          <p:cNvSpPr>
            <a:spLocks noMove="1" noResize="1"/>
          </p:cNvSpPr>
          <p:nvPr/>
        </p:nvSpPr>
        <p:spPr>
          <a:xfrm rot="15922474">
            <a:off x="3140478" y="1826073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4" name="Freeform: Shape 52">
            <a:extLst>
              <a:ext uri="{FF2B5EF4-FFF2-40B4-BE49-F238E27FC236}">
                <a16:creationId xmlns:a16="http://schemas.microsoft.com/office/drawing/2014/main" id="{90A0DB07-5B53-4757-822C-174EFB13F8B8}"/>
              </a:ext>
            </a:extLst>
          </p:cNvPr>
          <p:cNvSpPr>
            <a:spLocks noMove="1" noResize="1"/>
          </p:cNvSpPr>
          <p:nvPr/>
        </p:nvSpPr>
        <p:spPr>
          <a:xfrm rot="16200004">
            <a:off x="5171974" y="-140863"/>
            <a:ext cx="6053666" cy="713973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053670"/>
              <a:gd name="f7" fmla="val 7139732"/>
              <a:gd name="f8" fmla="val 1098"/>
              <a:gd name="f9" fmla="val 1084479"/>
              <a:gd name="f10" fmla="val 1254558"/>
              <a:gd name="f11" fmla="val 1249853"/>
              <a:gd name="f12" fmla="val 35717"/>
              <a:gd name="f13" fmla="val 5488"/>
              <a:gd name="f14" fmla="val 140445"/>
              <a:gd name="f15" fmla="val 21641"/>
              <a:gd name="f16" fmla="val 216722"/>
              <a:gd name="f17" fmla="val 32932"/>
              <a:gd name="f18" fmla="val 307527"/>
              <a:gd name="f19" fmla="val 44850"/>
              <a:gd name="f20" fmla="val 415282"/>
              <a:gd name="f21" fmla="val 59121"/>
              <a:gd name="f22" fmla="val 534539"/>
              <a:gd name="f23" fmla="val 74175"/>
              <a:gd name="f24" fmla="val 668931"/>
              <a:gd name="f25" fmla="val 90014"/>
              <a:gd name="f26" fmla="val 815430"/>
              <a:gd name="f27" fmla="val 106794"/>
              <a:gd name="f28" fmla="val 974641"/>
              <a:gd name="f29" fmla="val 123574"/>
              <a:gd name="f30" fmla="val 1144144"/>
              <a:gd name="f31" fmla="val 140667"/>
              <a:gd name="f32" fmla="val 1326965"/>
              <a:gd name="f33" fmla="val 156506"/>
              <a:gd name="f34" fmla="val 1518261"/>
              <a:gd name="f35" fmla="val 171717"/>
              <a:gd name="f36" fmla="val 1720453"/>
              <a:gd name="f37" fmla="val 185518"/>
              <a:gd name="f38" fmla="val 1931121"/>
              <a:gd name="f39" fmla="val 198690"/>
              <a:gd name="f40" fmla="val 2150869"/>
              <a:gd name="f41" fmla="val 211079"/>
              <a:gd name="f42" fmla="val 2263467"/>
              <a:gd name="f43" fmla="val 215470"/>
              <a:gd name="f44" fmla="val 2378487"/>
              <a:gd name="f45" fmla="val 220332"/>
              <a:gd name="f46" fmla="val 2495323"/>
              <a:gd name="f47" fmla="val 224879"/>
              <a:gd name="f48" fmla="val 2612764"/>
              <a:gd name="f49" fmla="val 227859"/>
              <a:gd name="f50" fmla="val 2732627"/>
              <a:gd name="f51" fmla="val 230525"/>
              <a:gd name="f52" fmla="val 2853700"/>
              <a:gd name="f53" fmla="val 233348"/>
              <a:gd name="f54" fmla="val 2977195"/>
              <a:gd name="f55" fmla="val 235229"/>
              <a:gd name="f56" fmla="val 3101901"/>
              <a:gd name="f57" fmla="val 3227817"/>
              <a:gd name="f58" fmla="val 236170"/>
              <a:gd name="f59" fmla="val 3354944"/>
              <a:gd name="f60" fmla="val 3483887"/>
              <a:gd name="f61" fmla="val 3612830"/>
              <a:gd name="f62" fmla="val 231623"/>
              <a:gd name="f63" fmla="val 3743590"/>
              <a:gd name="f64" fmla="val 3875560"/>
              <a:gd name="f65" fmla="val 223938"/>
              <a:gd name="f66" fmla="val 4007530"/>
              <a:gd name="f67" fmla="val 219391"/>
              <a:gd name="f68" fmla="val 4140710"/>
              <a:gd name="f69" fmla="val 212961"/>
              <a:gd name="f70" fmla="val 4275102"/>
              <a:gd name="f71" fmla="val 205277"/>
              <a:gd name="f72" fmla="val 4410098"/>
              <a:gd name="f73" fmla="val 197907"/>
              <a:gd name="f74" fmla="val 4545096"/>
              <a:gd name="f75" fmla="val 188498"/>
              <a:gd name="f76" fmla="val 4681909"/>
              <a:gd name="f77" fmla="val 177207"/>
              <a:gd name="f78" fmla="val 4816905"/>
              <a:gd name="f79" fmla="val 165916"/>
              <a:gd name="f80" fmla="val 4954323"/>
              <a:gd name="f81" fmla="val 152899"/>
              <a:gd name="f82" fmla="val 5092347"/>
              <a:gd name="f83" fmla="val 138629"/>
              <a:gd name="f84" fmla="val 5228555"/>
              <a:gd name="f85" fmla="val 5366578"/>
              <a:gd name="f86" fmla="val 106010"/>
              <a:gd name="f87" fmla="val 5503997"/>
              <a:gd name="f88" fmla="val 87192"/>
              <a:gd name="f89" fmla="val 5642020"/>
              <a:gd name="f90" fmla="val 68530"/>
              <a:gd name="f91" fmla="val 5779438"/>
              <a:gd name="f92" fmla="val 46733"/>
              <a:gd name="f93" fmla="val 5916251"/>
              <a:gd name="f94" fmla="val 24464"/>
              <a:gd name="f95" fmla="+- 0 0 -90"/>
              <a:gd name="f96" fmla="*/ f3 1 6053670"/>
              <a:gd name="f97" fmla="*/ f4 1 7139732"/>
              <a:gd name="f98" fmla="val f5"/>
              <a:gd name="f99" fmla="val f6"/>
              <a:gd name="f100" fmla="val f7"/>
              <a:gd name="f101" fmla="*/ f95 f0 1"/>
              <a:gd name="f102" fmla="+- f100 0 f98"/>
              <a:gd name="f103" fmla="+- f99 0 f98"/>
              <a:gd name="f104" fmla="*/ f101 1 f2"/>
              <a:gd name="f105" fmla="*/ f103 1 6053670"/>
              <a:gd name="f106" fmla="*/ f102 1 7139732"/>
              <a:gd name="f107" fmla="*/ 6053670 f103 1"/>
              <a:gd name="f108" fmla="*/ 1098 f102 1"/>
              <a:gd name="f109" fmla="*/ 1084479 f102 1"/>
              <a:gd name="f110" fmla="*/ 1254558 f102 1"/>
              <a:gd name="f111" fmla="*/ 7139732 f102 1"/>
              <a:gd name="f112" fmla="*/ 0 f103 1"/>
              <a:gd name="f113" fmla="*/ 1249853 f102 1"/>
              <a:gd name="f114" fmla="*/ 0 f102 1"/>
              <a:gd name="f115" fmla="*/ 35717 f103 1"/>
              <a:gd name="f116" fmla="*/ 5488 f102 1"/>
              <a:gd name="f117" fmla="*/ 140445 f103 1"/>
              <a:gd name="f118" fmla="*/ 21641 f102 1"/>
              <a:gd name="f119" fmla="*/ 216722 f103 1"/>
              <a:gd name="f120" fmla="*/ 32932 f102 1"/>
              <a:gd name="f121" fmla="*/ 307527 f103 1"/>
              <a:gd name="f122" fmla="*/ 44850 f102 1"/>
              <a:gd name="f123" fmla="*/ 415282 f103 1"/>
              <a:gd name="f124" fmla="*/ 59121 f102 1"/>
              <a:gd name="f125" fmla="*/ 534539 f103 1"/>
              <a:gd name="f126" fmla="*/ 74175 f102 1"/>
              <a:gd name="f127" fmla="*/ 668931 f103 1"/>
              <a:gd name="f128" fmla="*/ 90014 f102 1"/>
              <a:gd name="f129" fmla="*/ 815430 f103 1"/>
              <a:gd name="f130" fmla="*/ 106794 f102 1"/>
              <a:gd name="f131" fmla="*/ 974641 f103 1"/>
              <a:gd name="f132" fmla="*/ 123574 f102 1"/>
              <a:gd name="f133" fmla="*/ 1144144 f103 1"/>
              <a:gd name="f134" fmla="*/ 140667 f102 1"/>
              <a:gd name="f135" fmla="*/ 1326965 f103 1"/>
              <a:gd name="f136" fmla="*/ 156506 f102 1"/>
              <a:gd name="f137" fmla="*/ 1518261 f103 1"/>
              <a:gd name="f138" fmla="*/ 171717 f102 1"/>
              <a:gd name="f139" fmla="*/ 1720453 f103 1"/>
              <a:gd name="f140" fmla="*/ 185518 f102 1"/>
              <a:gd name="f141" fmla="*/ 1931121 f103 1"/>
              <a:gd name="f142" fmla="*/ 198690 f102 1"/>
              <a:gd name="f143" fmla="*/ 2150869 f103 1"/>
              <a:gd name="f144" fmla="*/ 211079 f102 1"/>
              <a:gd name="f145" fmla="*/ 2263467 f103 1"/>
              <a:gd name="f146" fmla="*/ 215470 f102 1"/>
              <a:gd name="f147" fmla="*/ 2378487 f103 1"/>
              <a:gd name="f148" fmla="*/ 220332 f102 1"/>
              <a:gd name="f149" fmla="*/ 2495323 f103 1"/>
              <a:gd name="f150" fmla="*/ 224879 f102 1"/>
              <a:gd name="f151" fmla="*/ 2612764 f103 1"/>
              <a:gd name="f152" fmla="*/ 227859 f102 1"/>
              <a:gd name="f153" fmla="*/ 2732627 f103 1"/>
              <a:gd name="f154" fmla="*/ 230525 f102 1"/>
              <a:gd name="f155" fmla="*/ 2853700 f103 1"/>
              <a:gd name="f156" fmla="*/ 233348 f102 1"/>
              <a:gd name="f157" fmla="*/ 2977195 f103 1"/>
              <a:gd name="f158" fmla="*/ 235229 f102 1"/>
              <a:gd name="f159" fmla="*/ 3101901 f103 1"/>
              <a:gd name="f160" fmla="*/ 3227817 f103 1"/>
              <a:gd name="f161" fmla="*/ 236170 f102 1"/>
              <a:gd name="f162" fmla="*/ 3354944 f103 1"/>
              <a:gd name="f163" fmla="*/ 3483887 f103 1"/>
              <a:gd name="f164" fmla="*/ 3612830 f103 1"/>
              <a:gd name="f165" fmla="*/ 231623 f102 1"/>
              <a:gd name="f166" fmla="*/ 3743590 f103 1"/>
              <a:gd name="f167" fmla="*/ 3875560 f103 1"/>
              <a:gd name="f168" fmla="*/ 223938 f102 1"/>
              <a:gd name="f169" fmla="*/ 4007530 f103 1"/>
              <a:gd name="f170" fmla="*/ 219391 f102 1"/>
              <a:gd name="f171" fmla="*/ 4140710 f103 1"/>
              <a:gd name="f172" fmla="*/ 212961 f102 1"/>
              <a:gd name="f173" fmla="*/ 4275102 f103 1"/>
              <a:gd name="f174" fmla="*/ 205277 f102 1"/>
              <a:gd name="f175" fmla="*/ 4410098 f103 1"/>
              <a:gd name="f176" fmla="*/ 197907 f102 1"/>
              <a:gd name="f177" fmla="*/ 4545096 f103 1"/>
              <a:gd name="f178" fmla="*/ 188498 f102 1"/>
              <a:gd name="f179" fmla="*/ 4681909 f103 1"/>
              <a:gd name="f180" fmla="*/ 177207 f102 1"/>
              <a:gd name="f181" fmla="*/ 4816905 f103 1"/>
              <a:gd name="f182" fmla="*/ 165916 f102 1"/>
              <a:gd name="f183" fmla="*/ 4954323 f103 1"/>
              <a:gd name="f184" fmla="*/ 152899 f102 1"/>
              <a:gd name="f185" fmla="*/ 5092347 f103 1"/>
              <a:gd name="f186" fmla="*/ 138629 f102 1"/>
              <a:gd name="f187" fmla="*/ 5228555 f103 1"/>
              <a:gd name="f188" fmla="*/ 5366578 f103 1"/>
              <a:gd name="f189" fmla="*/ 106010 f102 1"/>
              <a:gd name="f190" fmla="*/ 5503997 f103 1"/>
              <a:gd name="f191" fmla="*/ 87192 f102 1"/>
              <a:gd name="f192" fmla="*/ 5642020 f103 1"/>
              <a:gd name="f193" fmla="*/ 68530 f102 1"/>
              <a:gd name="f194" fmla="*/ 5779438 f103 1"/>
              <a:gd name="f195" fmla="*/ 46733 f102 1"/>
              <a:gd name="f196" fmla="*/ 5916251 f103 1"/>
              <a:gd name="f197" fmla="*/ 24464 f102 1"/>
              <a:gd name="f198" fmla="+- f104 0 f1"/>
              <a:gd name="f199" fmla="*/ f107 1 6053670"/>
              <a:gd name="f200" fmla="*/ f108 1 7139732"/>
              <a:gd name="f201" fmla="*/ f109 1 7139732"/>
              <a:gd name="f202" fmla="*/ f110 1 7139732"/>
              <a:gd name="f203" fmla="*/ f111 1 7139732"/>
              <a:gd name="f204" fmla="*/ f112 1 6053670"/>
              <a:gd name="f205" fmla="*/ f113 1 7139732"/>
              <a:gd name="f206" fmla="*/ f114 1 7139732"/>
              <a:gd name="f207" fmla="*/ f115 1 6053670"/>
              <a:gd name="f208" fmla="*/ f116 1 7139732"/>
              <a:gd name="f209" fmla="*/ f117 1 6053670"/>
              <a:gd name="f210" fmla="*/ f118 1 7139732"/>
              <a:gd name="f211" fmla="*/ f119 1 6053670"/>
              <a:gd name="f212" fmla="*/ f120 1 7139732"/>
              <a:gd name="f213" fmla="*/ f121 1 6053670"/>
              <a:gd name="f214" fmla="*/ f122 1 7139732"/>
              <a:gd name="f215" fmla="*/ f123 1 6053670"/>
              <a:gd name="f216" fmla="*/ f124 1 7139732"/>
              <a:gd name="f217" fmla="*/ f125 1 6053670"/>
              <a:gd name="f218" fmla="*/ f126 1 7139732"/>
              <a:gd name="f219" fmla="*/ f127 1 6053670"/>
              <a:gd name="f220" fmla="*/ f128 1 7139732"/>
              <a:gd name="f221" fmla="*/ f129 1 6053670"/>
              <a:gd name="f222" fmla="*/ f130 1 7139732"/>
              <a:gd name="f223" fmla="*/ f131 1 6053670"/>
              <a:gd name="f224" fmla="*/ f132 1 7139732"/>
              <a:gd name="f225" fmla="*/ f133 1 6053670"/>
              <a:gd name="f226" fmla="*/ f134 1 7139732"/>
              <a:gd name="f227" fmla="*/ f135 1 6053670"/>
              <a:gd name="f228" fmla="*/ f136 1 7139732"/>
              <a:gd name="f229" fmla="*/ f137 1 6053670"/>
              <a:gd name="f230" fmla="*/ f138 1 7139732"/>
              <a:gd name="f231" fmla="*/ f139 1 6053670"/>
              <a:gd name="f232" fmla="*/ f140 1 7139732"/>
              <a:gd name="f233" fmla="*/ f141 1 6053670"/>
              <a:gd name="f234" fmla="*/ f142 1 7139732"/>
              <a:gd name="f235" fmla="*/ f143 1 6053670"/>
              <a:gd name="f236" fmla="*/ f144 1 7139732"/>
              <a:gd name="f237" fmla="*/ f145 1 6053670"/>
              <a:gd name="f238" fmla="*/ f146 1 7139732"/>
              <a:gd name="f239" fmla="*/ f147 1 6053670"/>
              <a:gd name="f240" fmla="*/ f148 1 7139732"/>
              <a:gd name="f241" fmla="*/ f149 1 6053670"/>
              <a:gd name="f242" fmla="*/ f150 1 7139732"/>
              <a:gd name="f243" fmla="*/ f151 1 6053670"/>
              <a:gd name="f244" fmla="*/ f152 1 7139732"/>
              <a:gd name="f245" fmla="*/ f153 1 6053670"/>
              <a:gd name="f246" fmla="*/ f154 1 7139732"/>
              <a:gd name="f247" fmla="*/ f155 1 6053670"/>
              <a:gd name="f248" fmla="*/ f156 1 7139732"/>
              <a:gd name="f249" fmla="*/ f157 1 6053670"/>
              <a:gd name="f250" fmla="*/ f158 1 7139732"/>
              <a:gd name="f251" fmla="*/ f159 1 6053670"/>
              <a:gd name="f252" fmla="*/ f160 1 6053670"/>
              <a:gd name="f253" fmla="*/ f161 1 7139732"/>
              <a:gd name="f254" fmla="*/ f162 1 6053670"/>
              <a:gd name="f255" fmla="*/ f163 1 6053670"/>
              <a:gd name="f256" fmla="*/ f164 1 6053670"/>
              <a:gd name="f257" fmla="*/ f165 1 7139732"/>
              <a:gd name="f258" fmla="*/ f166 1 6053670"/>
              <a:gd name="f259" fmla="*/ f167 1 6053670"/>
              <a:gd name="f260" fmla="*/ f168 1 7139732"/>
              <a:gd name="f261" fmla="*/ f169 1 6053670"/>
              <a:gd name="f262" fmla="*/ f170 1 7139732"/>
              <a:gd name="f263" fmla="*/ f171 1 6053670"/>
              <a:gd name="f264" fmla="*/ f172 1 7139732"/>
              <a:gd name="f265" fmla="*/ f173 1 6053670"/>
              <a:gd name="f266" fmla="*/ f174 1 7139732"/>
              <a:gd name="f267" fmla="*/ f175 1 6053670"/>
              <a:gd name="f268" fmla="*/ f176 1 7139732"/>
              <a:gd name="f269" fmla="*/ f177 1 6053670"/>
              <a:gd name="f270" fmla="*/ f178 1 7139732"/>
              <a:gd name="f271" fmla="*/ f179 1 6053670"/>
              <a:gd name="f272" fmla="*/ f180 1 7139732"/>
              <a:gd name="f273" fmla="*/ f181 1 6053670"/>
              <a:gd name="f274" fmla="*/ f182 1 7139732"/>
              <a:gd name="f275" fmla="*/ f183 1 6053670"/>
              <a:gd name="f276" fmla="*/ f184 1 7139732"/>
              <a:gd name="f277" fmla="*/ f185 1 6053670"/>
              <a:gd name="f278" fmla="*/ f186 1 7139732"/>
              <a:gd name="f279" fmla="*/ f187 1 6053670"/>
              <a:gd name="f280" fmla="*/ f188 1 6053670"/>
              <a:gd name="f281" fmla="*/ f189 1 7139732"/>
              <a:gd name="f282" fmla="*/ f190 1 6053670"/>
              <a:gd name="f283" fmla="*/ f191 1 7139732"/>
              <a:gd name="f284" fmla="*/ f192 1 6053670"/>
              <a:gd name="f285" fmla="*/ f193 1 7139732"/>
              <a:gd name="f286" fmla="*/ f194 1 6053670"/>
              <a:gd name="f287" fmla="*/ f195 1 7139732"/>
              <a:gd name="f288" fmla="*/ f196 1 6053670"/>
              <a:gd name="f289" fmla="*/ f197 1 7139732"/>
              <a:gd name="f290" fmla="*/ f98 1 f105"/>
              <a:gd name="f291" fmla="*/ f99 1 f105"/>
              <a:gd name="f292" fmla="*/ f98 1 f106"/>
              <a:gd name="f293" fmla="*/ f100 1 f106"/>
              <a:gd name="f294" fmla="*/ f199 1 f105"/>
              <a:gd name="f295" fmla="*/ f200 1 f106"/>
              <a:gd name="f296" fmla="*/ f201 1 f106"/>
              <a:gd name="f297" fmla="*/ f202 1 f106"/>
              <a:gd name="f298" fmla="*/ f203 1 f106"/>
              <a:gd name="f299" fmla="*/ f204 1 f105"/>
              <a:gd name="f300" fmla="*/ f205 1 f106"/>
              <a:gd name="f301" fmla="*/ f206 1 f106"/>
              <a:gd name="f302" fmla="*/ f207 1 f105"/>
              <a:gd name="f303" fmla="*/ f208 1 f106"/>
              <a:gd name="f304" fmla="*/ f209 1 f105"/>
              <a:gd name="f305" fmla="*/ f210 1 f106"/>
              <a:gd name="f306" fmla="*/ f211 1 f105"/>
              <a:gd name="f307" fmla="*/ f212 1 f106"/>
              <a:gd name="f308" fmla="*/ f213 1 f105"/>
              <a:gd name="f309" fmla="*/ f214 1 f106"/>
              <a:gd name="f310" fmla="*/ f215 1 f105"/>
              <a:gd name="f311" fmla="*/ f216 1 f106"/>
              <a:gd name="f312" fmla="*/ f217 1 f105"/>
              <a:gd name="f313" fmla="*/ f218 1 f106"/>
              <a:gd name="f314" fmla="*/ f219 1 f105"/>
              <a:gd name="f315" fmla="*/ f220 1 f106"/>
              <a:gd name="f316" fmla="*/ f221 1 f105"/>
              <a:gd name="f317" fmla="*/ f222 1 f106"/>
              <a:gd name="f318" fmla="*/ f223 1 f105"/>
              <a:gd name="f319" fmla="*/ f224 1 f106"/>
              <a:gd name="f320" fmla="*/ f225 1 f105"/>
              <a:gd name="f321" fmla="*/ f226 1 f106"/>
              <a:gd name="f322" fmla="*/ f227 1 f105"/>
              <a:gd name="f323" fmla="*/ f228 1 f106"/>
              <a:gd name="f324" fmla="*/ f229 1 f105"/>
              <a:gd name="f325" fmla="*/ f230 1 f106"/>
              <a:gd name="f326" fmla="*/ f231 1 f105"/>
              <a:gd name="f327" fmla="*/ f232 1 f106"/>
              <a:gd name="f328" fmla="*/ f233 1 f105"/>
              <a:gd name="f329" fmla="*/ f234 1 f106"/>
              <a:gd name="f330" fmla="*/ f235 1 f105"/>
              <a:gd name="f331" fmla="*/ f236 1 f106"/>
              <a:gd name="f332" fmla="*/ f237 1 f105"/>
              <a:gd name="f333" fmla="*/ f238 1 f106"/>
              <a:gd name="f334" fmla="*/ f239 1 f105"/>
              <a:gd name="f335" fmla="*/ f240 1 f106"/>
              <a:gd name="f336" fmla="*/ f241 1 f105"/>
              <a:gd name="f337" fmla="*/ f242 1 f106"/>
              <a:gd name="f338" fmla="*/ f243 1 f105"/>
              <a:gd name="f339" fmla="*/ f244 1 f106"/>
              <a:gd name="f340" fmla="*/ f245 1 f105"/>
              <a:gd name="f341" fmla="*/ f246 1 f106"/>
              <a:gd name="f342" fmla="*/ f247 1 f105"/>
              <a:gd name="f343" fmla="*/ f248 1 f106"/>
              <a:gd name="f344" fmla="*/ f249 1 f105"/>
              <a:gd name="f345" fmla="*/ f250 1 f106"/>
              <a:gd name="f346" fmla="*/ f251 1 f105"/>
              <a:gd name="f347" fmla="*/ f252 1 f105"/>
              <a:gd name="f348" fmla="*/ f253 1 f106"/>
              <a:gd name="f349" fmla="*/ f254 1 f105"/>
              <a:gd name="f350" fmla="*/ f255 1 f105"/>
              <a:gd name="f351" fmla="*/ f256 1 f105"/>
              <a:gd name="f352" fmla="*/ f257 1 f106"/>
              <a:gd name="f353" fmla="*/ f258 1 f105"/>
              <a:gd name="f354" fmla="*/ f259 1 f105"/>
              <a:gd name="f355" fmla="*/ f260 1 f106"/>
              <a:gd name="f356" fmla="*/ f261 1 f105"/>
              <a:gd name="f357" fmla="*/ f262 1 f106"/>
              <a:gd name="f358" fmla="*/ f263 1 f105"/>
              <a:gd name="f359" fmla="*/ f264 1 f106"/>
              <a:gd name="f360" fmla="*/ f265 1 f105"/>
              <a:gd name="f361" fmla="*/ f266 1 f106"/>
              <a:gd name="f362" fmla="*/ f267 1 f105"/>
              <a:gd name="f363" fmla="*/ f268 1 f106"/>
              <a:gd name="f364" fmla="*/ f269 1 f105"/>
              <a:gd name="f365" fmla="*/ f270 1 f106"/>
              <a:gd name="f366" fmla="*/ f271 1 f105"/>
              <a:gd name="f367" fmla="*/ f272 1 f106"/>
              <a:gd name="f368" fmla="*/ f273 1 f105"/>
              <a:gd name="f369" fmla="*/ f274 1 f106"/>
              <a:gd name="f370" fmla="*/ f275 1 f105"/>
              <a:gd name="f371" fmla="*/ f276 1 f106"/>
              <a:gd name="f372" fmla="*/ f277 1 f105"/>
              <a:gd name="f373" fmla="*/ f278 1 f106"/>
              <a:gd name="f374" fmla="*/ f279 1 f105"/>
              <a:gd name="f375" fmla="*/ f280 1 f105"/>
              <a:gd name="f376" fmla="*/ f281 1 f106"/>
              <a:gd name="f377" fmla="*/ f282 1 f105"/>
              <a:gd name="f378" fmla="*/ f283 1 f106"/>
              <a:gd name="f379" fmla="*/ f284 1 f105"/>
              <a:gd name="f380" fmla="*/ f285 1 f106"/>
              <a:gd name="f381" fmla="*/ f286 1 f105"/>
              <a:gd name="f382" fmla="*/ f287 1 f106"/>
              <a:gd name="f383" fmla="*/ f288 1 f105"/>
              <a:gd name="f384" fmla="*/ f289 1 f106"/>
              <a:gd name="f385" fmla="*/ f290 f96 1"/>
              <a:gd name="f386" fmla="*/ f291 f96 1"/>
              <a:gd name="f387" fmla="*/ f293 f97 1"/>
              <a:gd name="f388" fmla="*/ f292 f97 1"/>
              <a:gd name="f389" fmla="*/ f294 f96 1"/>
              <a:gd name="f390" fmla="*/ f295 f97 1"/>
              <a:gd name="f391" fmla="*/ f296 f97 1"/>
              <a:gd name="f392" fmla="*/ f297 f97 1"/>
              <a:gd name="f393" fmla="*/ f298 f97 1"/>
              <a:gd name="f394" fmla="*/ f299 f96 1"/>
              <a:gd name="f395" fmla="*/ f300 f97 1"/>
              <a:gd name="f396" fmla="*/ f301 f97 1"/>
              <a:gd name="f397" fmla="*/ f302 f96 1"/>
              <a:gd name="f398" fmla="*/ f303 f97 1"/>
              <a:gd name="f399" fmla="*/ f304 f96 1"/>
              <a:gd name="f400" fmla="*/ f305 f97 1"/>
              <a:gd name="f401" fmla="*/ f306 f96 1"/>
              <a:gd name="f402" fmla="*/ f307 f97 1"/>
              <a:gd name="f403" fmla="*/ f308 f96 1"/>
              <a:gd name="f404" fmla="*/ f309 f97 1"/>
              <a:gd name="f405" fmla="*/ f310 f96 1"/>
              <a:gd name="f406" fmla="*/ f311 f97 1"/>
              <a:gd name="f407" fmla="*/ f312 f96 1"/>
              <a:gd name="f408" fmla="*/ f313 f97 1"/>
              <a:gd name="f409" fmla="*/ f314 f96 1"/>
              <a:gd name="f410" fmla="*/ f315 f97 1"/>
              <a:gd name="f411" fmla="*/ f316 f96 1"/>
              <a:gd name="f412" fmla="*/ f317 f97 1"/>
              <a:gd name="f413" fmla="*/ f318 f96 1"/>
              <a:gd name="f414" fmla="*/ f319 f97 1"/>
              <a:gd name="f415" fmla="*/ f320 f96 1"/>
              <a:gd name="f416" fmla="*/ f321 f97 1"/>
              <a:gd name="f417" fmla="*/ f322 f96 1"/>
              <a:gd name="f418" fmla="*/ f323 f97 1"/>
              <a:gd name="f419" fmla="*/ f324 f96 1"/>
              <a:gd name="f420" fmla="*/ f325 f97 1"/>
              <a:gd name="f421" fmla="*/ f326 f96 1"/>
              <a:gd name="f422" fmla="*/ f327 f97 1"/>
              <a:gd name="f423" fmla="*/ f328 f96 1"/>
              <a:gd name="f424" fmla="*/ f329 f97 1"/>
              <a:gd name="f425" fmla="*/ f330 f96 1"/>
              <a:gd name="f426" fmla="*/ f331 f97 1"/>
              <a:gd name="f427" fmla="*/ f332 f96 1"/>
              <a:gd name="f428" fmla="*/ f333 f97 1"/>
              <a:gd name="f429" fmla="*/ f334 f96 1"/>
              <a:gd name="f430" fmla="*/ f335 f97 1"/>
              <a:gd name="f431" fmla="*/ f336 f96 1"/>
              <a:gd name="f432" fmla="*/ f337 f97 1"/>
              <a:gd name="f433" fmla="*/ f338 f96 1"/>
              <a:gd name="f434" fmla="*/ f339 f97 1"/>
              <a:gd name="f435" fmla="*/ f340 f96 1"/>
              <a:gd name="f436" fmla="*/ f341 f97 1"/>
              <a:gd name="f437" fmla="*/ f342 f96 1"/>
              <a:gd name="f438" fmla="*/ f343 f97 1"/>
              <a:gd name="f439" fmla="*/ f344 f96 1"/>
              <a:gd name="f440" fmla="*/ f345 f97 1"/>
              <a:gd name="f441" fmla="*/ f346 f96 1"/>
              <a:gd name="f442" fmla="*/ f347 f96 1"/>
              <a:gd name="f443" fmla="*/ f348 f97 1"/>
              <a:gd name="f444" fmla="*/ f349 f96 1"/>
              <a:gd name="f445" fmla="*/ f350 f96 1"/>
              <a:gd name="f446" fmla="*/ f351 f96 1"/>
              <a:gd name="f447" fmla="*/ f352 f97 1"/>
              <a:gd name="f448" fmla="*/ f353 f96 1"/>
              <a:gd name="f449" fmla="*/ f354 f96 1"/>
              <a:gd name="f450" fmla="*/ f355 f97 1"/>
              <a:gd name="f451" fmla="*/ f356 f96 1"/>
              <a:gd name="f452" fmla="*/ f357 f97 1"/>
              <a:gd name="f453" fmla="*/ f358 f96 1"/>
              <a:gd name="f454" fmla="*/ f359 f97 1"/>
              <a:gd name="f455" fmla="*/ f360 f96 1"/>
              <a:gd name="f456" fmla="*/ f361 f97 1"/>
              <a:gd name="f457" fmla="*/ f362 f96 1"/>
              <a:gd name="f458" fmla="*/ f363 f97 1"/>
              <a:gd name="f459" fmla="*/ f364 f96 1"/>
              <a:gd name="f460" fmla="*/ f365 f97 1"/>
              <a:gd name="f461" fmla="*/ f366 f96 1"/>
              <a:gd name="f462" fmla="*/ f367 f97 1"/>
              <a:gd name="f463" fmla="*/ f368 f96 1"/>
              <a:gd name="f464" fmla="*/ f369 f97 1"/>
              <a:gd name="f465" fmla="*/ f370 f96 1"/>
              <a:gd name="f466" fmla="*/ f371 f97 1"/>
              <a:gd name="f467" fmla="*/ f372 f96 1"/>
              <a:gd name="f468" fmla="*/ f373 f97 1"/>
              <a:gd name="f469" fmla="*/ f374 f96 1"/>
              <a:gd name="f470" fmla="*/ f375 f96 1"/>
              <a:gd name="f471" fmla="*/ f376 f97 1"/>
              <a:gd name="f472" fmla="*/ f377 f96 1"/>
              <a:gd name="f473" fmla="*/ f378 f97 1"/>
              <a:gd name="f474" fmla="*/ f379 f96 1"/>
              <a:gd name="f475" fmla="*/ f380 f97 1"/>
              <a:gd name="f476" fmla="*/ f381 f96 1"/>
              <a:gd name="f477" fmla="*/ f382 f97 1"/>
              <a:gd name="f478" fmla="*/ f383 f96 1"/>
              <a:gd name="f479" fmla="*/ f384 f9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98">
                <a:pos x="f389" y="f390"/>
              </a:cxn>
              <a:cxn ang="f198">
                <a:pos x="f389" y="f391"/>
              </a:cxn>
              <a:cxn ang="f198">
                <a:pos x="f389" y="f392"/>
              </a:cxn>
              <a:cxn ang="f198">
                <a:pos x="f389" y="f393"/>
              </a:cxn>
              <a:cxn ang="f198">
                <a:pos x="f394" y="f393"/>
              </a:cxn>
              <a:cxn ang="f198">
                <a:pos x="f394" y="f395"/>
              </a:cxn>
              <a:cxn ang="f198">
                <a:pos x="f394" y="f391"/>
              </a:cxn>
              <a:cxn ang="f198">
                <a:pos x="f394" y="f396"/>
              </a:cxn>
              <a:cxn ang="f198">
                <a:pos x="f397" y="f398"/>
              </a:cxn>
              <a:cxn ang="f198">
                <a:pos x="f399" y="f400"/>
              </a:cxn>
              <a:cxn ang="f198">
                <a:pos x="f401" y="f402"/>
              </a:cxn>
              <a:cxn ang="f198">
                <a:pos x="f403" y="f404"/>
              </a:cxn>
              <a:cxn ang="f198">
                <a:pos x="f405" y="f406"/>
              </a:cxn>
              <a:cxn ang="f198">
                <a:pos x="f407" y="f408"/>
              </a:cxn>
              <a:cxn ang="f198">
                <a:pos x="f409" y="f410"/>
              </a:cxn>
              <a:cxn ang="f198">
                <a:pos x="f411" y="f412"/>
              </a:cxn>
              <a:cxn ang="f198">
                <a:pos x="f413" y="f414"/>
              </a:cxn>
              <a:cxn ang="f198">
                <a:pos x="f415" y="f416"/>
              </a:cxn>
              <a:cxn ang="f198">
                <a:pos x="f417" y="f418"/>
              </a:cxn>
              <a:cxn ang="f198">
                <a:pos x="f419" y="f420"/>
              </a:cxn>
              <a:cxn ang="f198">
                <a:pos x="f421" y="f422"/>
              </a:cxn>
              <a:cxn ang="f198">
                <a:pos x="f423" y="f424"/>
              </a:cxn>
              <a:cxn ang="f198">
                <a:pos x="f425" y="f426"/>
              </a:cxn>
              <a:cxn ang="f198">
                <a:pos x="f427" y="f428"/>
              </a:cxn>
              <a:cxn ang="f198">
                <a:pos x="f429" y="f430"/>
              </a:cxn>
              <a:cxn ang="f198">
                <a:pos x="f431" y="f432"/>
              </a:cxn>
              <a:cxn ang="f198">
                <a:pos x="f433" y="f434"/>
              </a:cxn>
              <a:cxn ang="f198">
                <a:pos x="f435" y="f436"/>
              </a:cxn>
              <a:cxn ang="f198">
                <a:pos x="f437" y="f438"/>
              </a:cxn>
              <a:cxn ang="f198">
                <a:pos x="f439" y="f440"/>
              </a:cxn>
              <a:cxn ang="f198">
                <a:pos x="f441" y="f440"/>
              </a:cxn>
              <a:cxn ang="f198">
                <a:pos x="f442" y="f443"/>
              </a:cxn>
              <a:cxn ang="f198">
                <a:pos x="f444" y="f440"/>
              </a:cxn>
              <a:cxn ang="f198">
                <a:pos x="f445" y="f438"/>
              </a:cxn>
              <a:cxn ang="f198">
                <a:pos x="f446" y="f447"/>
              </a:cxn>
              <a:cxn ang="f198">
                <a:pos x="f448" y="f434"/>
              </a:cxn>
              <a:cxn ang="f198">
                <a:pos x="f449" y="f450"/>
              </a:cxn>
              <a:cxn ang="f198">
                <a:pos x="f451" y="f452"/>
              </a:cxn>
              <a:cxn ang="f198">
                <a:pos x="f453" y="f454"/>
              </a:cxn>
              <a:cxn ang="f198">
                <a:pos x="f455" y="f456"/>
              </a:cxn>
              <a:cxn ang="f198">
                <a:pos x="f457" y="f458"/>
              </a:cxn>
              <a:cxn ang="f198">
                <a:pos x="f459" y="f460"/>
              </a:cxn>
              <a:cxn ang="f198">
                <a:pos x="f461" y="f462"/>
              </a:cxn>
              <a:cxn ang="f198">
                <a:pos x="f463" y="f464"/>
              </a:cxn>
              <a:cxn ang="f198">
                <a:pos x="f465" y="f466"/>
              </a:cxn>
              <a:cxn ang="f198">
                <a:pos x="f467" y="f468"/>
              </a:cxn>
              <a:cxn ang="f198">
                <a:pos x="f469" y="f414"/>
              </a:cxn>
              <a:cxn ang="f198">
                <a:pos x="f470" y="f471"/>
              </a:cxn>
              <a:cxn ang="f198">
                <a:pos x="f472" y="f473"/>
              </a:cxn>
              <a:cxn ang="f198">
                <a:pos x="f474" y="f475"/>
              </a:cxn>
              <a:cxn ang="f198">
                <a:pos x="f476" y="f477"/>
              </a:cxn>
              <a:cxn ang="f198">
                <a:pos x="f478" y="f479"/>
              </a:cxn>
            </a:cxnLst>
            <a:rect l="f385" t="f388" r="f386" b="f387"/>
            <a:pathLst>
              <a:path w="6053670" h="7139732">
                <a:moveTo>
                  <a:pt x="f6" y="f8"/>
                </a:moveTo>
                <a:lnTo>
                  <a:pt x="f6" y="f9"/>
                </a:lnTo>
                <a:lnTo>
                  <a:pt x="f6" y="f10"/>
                </a:lnTo>
                <a:lnTo>
                  <a:pt x="f6" y="f7"/>
                </a:lnTo>
                <a:lnTo>
                  <a:pt x="f5" y="f7"/>
                </a:lnTo>
                <a:lnTo>
                  <a:pt x="f5" y="f11"/>
                </a:lnTo>
                <a:lnTo>
                  <a:pt x="f5" y="f9"/>
                </a:lnTo>
                <a:lnTo>
                  <a:pt x="f5" y="f5"/>
                </a:lnTo>
                <a:lnTo>
                  <a:pt x="f12" y="f13"/>
                </a:lnTo>
                <a:lnTo>
                  <a:pt x="f14" y="f15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5"/>
                </a:lnTo>
                <a:lnTo>
                  <a:pt x="f57" y="f58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72" y="f73"/>
                </a:lnTo>
                <a:lnTo>
                  <a:pt x="f74" y="f75"/>
                </a:lnTo>
                <a:lnTo>
                  <a:pt x="f76" y="f77"/>
                </a:lnTo>
                <a:lnTo>
                  <a:pt x="f78" y="f79"/>
                </a:lnTo>
                <a:lnTo>
                  <a:pt x="f80" y="f81"/>
                </a:lnTo>
                <a:lnTo>
                  <a:pt x="f82" y="f83"/>
                </a:lnTo>
                <a:lnTo>
                  <a:pt x="f84" y="f29"/>
                </a:lnTo>
                <a:lnTo>
                  <a:pt x="f85" y="f86"/>
                </a:lnTo>
                <a:lnTo>
                  <a:pt x="f87" y="f88"/>
                </a:lnTo>
                <a:lnTo>
                  <a:pt x="f89" y="f90"/>
                </a:lnTo>
                <a:lnTo>
                  <a:pt x="f91" y="f92"/>
                </a:lnTo>
                <a:lnTo>
                  <a:pt x="f93" y="f94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D8CE68-008A-4235-A184-77FA5FDF70B7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E7C1362-8311-4FE8-826C-55EE48190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2942210" cy="10202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>
              <a:lnSpc>
                <a:spcPct val="90000"/>
              </a:lnSpc>
            </a:pPr>
            <a:r>
              <a:rPr lang="hu-HU" sz="3300">
                <a:solidFill>
                  <a:srgbClr val="FFFFFF"/>
                </a:solidFill>
              </a:rPr>
              <a:t>Profil és admin felület</a:t>
            </a:r>
          </a:p>
        </p:txBody>
      </p:sp>
      <p:sp>
        <p:nvSpPr>
          <p:cNvPr id="7" name="Rectangle 56">
            <a:extLst>
              <a:ext uri="{FF2B5EF4-FFF2-40B4-BE49-F238E27FC236}">
                <a16:creationId xmlns:a16="http://schemas.microsoft.com/office/drawing/2014/main" id="{D7B2F490-1BE3-405B-AE71-D4F4D35DED4A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8" name="Oval 58">
            <a:extLst>
              <a:ext uri="{FF2B5EF4-FFF2-40B4-BE49-F238E27FC236}">
                <a16:creationId xmlns:a16="http://schemas.microsoft.com/office/drawing/2014/main" id="{CC639EF6-14C7-48D7-BA3E-E30F1C7CED99}"/>
              </a:ext>
            </a:extLst>
          </p:cNvPr>
          <p:cNvSpPr>
            <a:spLocks noMove="1" noResize="1"/>
          </p:cNvSpPr>
          <p:nvPr/>
        </p:nvSpPr>
        <p:spPr>
          <a:xfrm>
            <a:off x="0" y="2667003"/>
            <a:ext cx="4190996" cy="41909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gradFill>
            <a:gsLst>
              <a:gs pos="0">
                <a:srgbClr val="9B6BF2">
                  <a:alpha val="11000"/>
                </a:srgbClr>
              </a:gs>
              <a:gs pos="100000">
                <a:srgbClr val="9B6BF2">
                  <a:alpha val="10000"/>
                </a:srgbClr>
              </a:gs>
            </a:gsLst>
            <a:path path="circle">
              <a:fillToRect l="50000" t="50000" r="50000" b="50000"/>
            </a:path>
          </a:gra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9" name="Oval 60">
            <a:extLst>
              <a:ext uri="{FF2B5EF4-FFF2-40B4-BE49-F238E27FC236}">
                <a16:creationId xmlns:a16="http://schemas.microsoft.com/office/drawing/2014/main" id="{8E433EE5-C27F-4326-B8C7-34638B9F758A}"/>
              </a:ext>
            </a:extLst>
          </p:cNvPr>
          <p:cNvSpPr>
            <a:spLocks noMove="1" noResize="1"/>
          </p:cNvSpPr>
          <p:nvPr/>
        </p:nvSpPr>
        <p:spPr>
          <a:xfrm>
            <a:off x="0" y="2895603"/>
            <a:ext cx="2362196" cy="236219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gradFill>
            <a:gsLst>
              <a:gs pos="0">
                <a:srgbClr val="9B6BF2">
                  <a:alpha val="8000"/>
                </a:srgbClr>
              </a:gs>
              <a:gs pos="100000">
                <a:srgbClr val="9B6BF2">
                  <a:alpha val="8000"/>
                </a:srgbClr>
              </a:gs>
            </a:gsLst>
            <a:path path="circle">
              <a:fillToRect l="50000" t="50000" r="50000" b="50000"/>
            </a:path>
          </a:gra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pic>
        <p:nvPicPr>
          <p:cNvPr id="10" name="Tartalom helye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CB6FA84-A325-4F95-8400-924BC886B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30271" y="802294"/>
            <a:ext cx="3133721" cy="337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Kép 4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13C1B202-9F81-466E-8340-6047C24D6C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25" r="-2" b="16611"/>
          <a:stretch>
            <a:fillRect/>
          </a:stretch>
        </p:blipFill>
        <p:spPr>
          <a:xfrm>
            <a:off x="5194605" y="803748"/>
            <a:ext cx="3113906" cy="5250493"/>
          </a:xfrm>
          <a:prstGeom prst="rect">
            <a:avLst/>
          </a:prstGeom>
          <a:noFill/>
          <a:ln cap="rnd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44B7EBEC-7007-4F1C-AC30-12218ABB16FA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9">
              <a:extLst>
                <a:ext uri="{FF2B5EF4-FFF2-40B4-BE49-F238E27FC236}">
                  <a16:creationId xmlns:a16="http://schemas.microsoft.com/office/drawing/2014/main" id="{63C26528-681B-4346-AAA8-768CDED9987E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7C2BD57-C8E8-48C2-8465-B2E17B51D34B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Rectangle 12">
            <a:extLst>
              <a:ext uri="{FF2B5EF4-FFF2-40B4-BE49-F238E27FC236}">
                <a16:creationId xmlns:a16="http://schemas.microsoft.com/office/drawing/2014/main" id="{490E6266-4645-460B-993D-CF174D771E99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4CEE9FE-47A2-4A35-9A41-7C440CDF9542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28377340-DD3F-44CA-8387-0E6A274D6CCF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9F46CDF7-7D1B-4B2A-A907-5BF202283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60773" y="1113062"/>
            <a:ext cx="3382292" cy="32819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4200"/>
              <a:t>Új téma létrehozása</a:t>
            </a:r>
          </a:p>
        </p:txBody>
      </p:sp>
      <p:pic>
        <p:nvPicPr>
          <p:cNvPr id="9" name="Tartalom helye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28010DBB-274E-48EE-AE14-8B8E61613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6965" y="1113062"/>
            <a:ext cx="5896508" cy="4628756"/>
          </a:xfrm>
          <a:prstGeom prst="rect">
            <a:avLst/>
          </a:prstGeom>
          <a:noFill/>
          <a:ln>
            <a:noFill/>
          </a:ln>
          <a:effectLst>
            <a:outerShdw dist="50804" dir="5400000" algn="tl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08DBF5-A7A9-4223-92DD-2D7ADD3C4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8761415" cy="7069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hu-HU"/>
              <a:t>Saját tervezésű logo</a:t>
            </a:r>
          </a:p>
        </p:txBody>
      </p:sp>
      <p:pic>
        <p:nvPicPr>
          <p:cNvPr id="3" name="Tartalom helye 3" descr="A képen nyuszi, Üregi és mezei nyulak, rajz, rajzfilm látható&#10;&#10;Lehet, hogy az AI által létrehozott tartalom helytelen.">
            <a:extLst>
              <a:ext uri="{FF2B5EF4-FFF2-40B4-BE49-F238E27FC236}">
                <a16:creationId xmlns:a16="http://schemas.microsoft.com/office/drawing/2014/main" id="{CF6229CC-C250-4EB3-8D27-2EBAFD732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427" y="3087691"/>
            <a:ext cx="2428874" cy="244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Kép 5" descr="A képen nyuszi, Üregi és mezei nyulak, rajzfilm, Házinyúl látható&#10;&#10;Lehet, hogy az AI által létrehozott tartalom helytelen.">
            <a:extLst>
              <a:ext uri="{FF2B5EF4-FFF2-40B4-BE49-F238E27FC236}">
                <a16:creationId xmlns:a16="http://schemas.microsoft.com/office/drawing/2014/main" id="{C2F71F10-B396-4197-8943-1D4136BC9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787" y="2610374"/>
            <a:ext cx="3057525" cy="3390896"/>
          </a:xfrm>
          <a:prstGeom prst="rect">
            <a:avLst/>
          </a:prstGeom>
          <a:noFill/>
          <a:ln cap="rnd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9CA55733-96A6-40D1-AA6A-0E7D20E06553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9">
              <a:extLst>
                <a:ext uri="{FF2B5EF4-FFF2-40B4-BE49-F238E27FC236}">
                  <a16:creationId xmlns:a16="http://schemas.microsoft.com/office/drawing/2014/main" id="{F6F02D21-799A-4D86-8D49-808DB41D3FE3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D85F1A1-259E-42CE-A9D7-1F52500AC0C0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Rectangle 12">
            <a:extLst>
              <a:ext uri="{FF2B5EF4-FFF2-40B4-BE49-F238E27FC236}">
                <a16:creationId xmlns:a16="http://schemas.microsoft.com/office/drawing/2014/main" id="{037BCBD8-5D02-4B74-862E-53FB5A409407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A8891FC-1295-4ABF-AC5C-D3A8117F5B01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3CF5AF8-61E1-48AB-B693-7E2FFE15B177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E658B3F3-F130-41C7-ABDB-A3EEB5D63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60773" y="1113062"/>
            <a:ext cx="3382292" cy="32819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4600">
                <a:solidFill>
                  <a:srgbClr val="00B050"/>
                </a:solidFill>
              </a:rPr>
              <a:t>Végpontok</a:t>
            </a:r>
          </a:p>
        </p:txBody>
      </p:sp>
      <p:pic>
        <p:nvPicPr>
          <p:cNvPr id="9" name="Tartalom helye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AAEEAC3-A1F2-4EEE-A621-C17B94B7C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6554" y="1113062"/>
            <a:ext cx="4397322" cy="4628756"/>
          </a:xfrm>
          <a:prstGeom prst="rect">
            <a:avLst/>
          </a:prstGeom>
          <a:noFill/>
          <a:ln>
            <a:noFill/>
          </a:ln>
          <a:effectLst>
            <a:outerShdw dist="50804" dir="5400000" algn="tl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488DD5-791E-4108-8FB5-A629345FA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8761415" cy="7069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hu-HU">
                <a:solidFill>
                  <a:srgbClr val="00B050"/>
                </a:solidFill>
              </a:rPr>
              <a:t>Adatbázis</a:t>
            </a:r>
          </a:p>
        </p:txBody>
      </p:sp>
      <p:pic>
        <p:nvPicPr>
          <p:cNvPr id="3" name="Tartalom helye 3" descr="A képen szöveg, képernyőké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E5C8EE93-D4EF-445E-BECD-4C6F4D716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032" y="2603497"/>
            <a:ext cx="6987497" cy="341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794B0D-8B04-4BD7-86BB-EA9BBF4B7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951" y="973671"/>
            <a:ext cx="8761415" cy="7069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hu-HU">
                <a:solidFill>
                  <a:srgbClr val="00B050"/>
                </a:solidFill>
              </a:rPr>
              <a:t>Továbbfejlesztési</a:t>
            </a:r>
            <a:r>
              <a:rPr lang="hu-HU"/>
              <a:t>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F870A3B-A99C-4C79-83B2-E752983FCEF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54951" y="2603497"/>
            <a:ext cx="8825660" cy="34162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hu-HU"/>
              <a:t>Téma kiválasztása(szín)</a:t>
            </a:r>
          </a:p>
          <a:p>
            <a:pPr lvl="0"/>
            <a:r>
              <a:rPr lang="hu-HU"/>
              <a:t>Kiemelt válaszok és kérdések</a:t>
            </a:r>
          </a:p>
          <a:p>
            <a:pPr lvl="0"/>
            <a:r>
              <a:rPr lang="hu-HU"/>
              <a:t>Barátok</a:t>
            </a:r>
          </a:p>
          <a:p>
            <a:pPr lvl="0"/>
            <a:r>
              <a:rPr lang="hu-HU"/>
              <a:t>Privát chat</a:t>
            </a:r>
          </a:p>
          <a:p>
            <a:pPr lvl="0"/>
            <a:r>
              <a:rPr lang="hu-HU"/>
              <a:t>Média kezelés</a:t>
            </a:r>
          </a:p>
          <a:p>
            <a:pPr lvl="0"/>
            <a:r>
              <a:rPr lang="hu-HU"/>
              <a:t>Profilkép</a:t>
            </a:r>
          </a:p>
          <a:p>
            <a:pPr lvl="0"/>
            <a:endParaRPr lang="hu-H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>
            <a:extLst>
              <a:ext uri="{FF2B5EF4-FFF2-40B4-BE49-F238E27FC236}">
                <a16:creationId xmlns:a16="http://schemas.microsoft.com/office/drawing/2014/main" id="{F8BDD395-093B-4AA5-9B30-D31CE1BA8ACE}"/>
              </a:ext>
            </a:extLst>
          </p:cNvPr>
          <p:cNvGrpSpPr/>
          <p:nvPr/>
        </p:nvGrpSpPr>
        <p:grpSpPr>
          <a:xfrm>
            <a:off x="0" y="0"/>
            <a:ext cx="12191996" cy="6858000"/>
            <a:chOff x="0" y="0"/>
            <a:chExt cx="12191996" cy="6858000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6500E7A1-7304-48CD-B6A7-65E79204C5D2}"/>
                </a:ext>
              </a:extLst>
            </p:cNvPr>
            <p:cNvSpPr/>
            <p:nvPr/>
          </p:nvSpPr>
          <p:spPr>
            <a:xfrm>
              <a:off x="0" y="0"/>
              <a:ext cx="12191996" cy="6858000"/>
            </a:xfrm>
            <a:prstGeom prst="rect">
              <a:avLst/>
            </a:prstGeom>
            <a:blipFill>
              <a:blip r:embed="rId2">
                <a:alphaModFix/>
              </a:blip>
              <a:stretch>
                <a:fillRect/>
              </a:stretch>
            </a:blip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48678F4-A43F-4DCB-B569-A807B7FEF3FB}"/>
                </a:ext>
              </a:extLst>
            </p:cNvPr>
            <p:cNvSpPr/>
            <p:nvPr/>
          </p:nvSpPr>
          <p:spPr>
            <a:xfrm>
              <a:off x="0" y="1591"/>
              <a:ext cx="12191996" cy="685640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5356"/>
                <a:gd name="f4" fmla="val 8638"/>
                <a:gd name="f5" fmla="val 14748"/>
                <a:gd name="f6" fmla="val 8038"/>
                <a:gd name="f7" fmla="val 600"/>
                <a:gd name="f8" fmla="val 592"/>
                <a:gd name="f9" fmla="*/ f0 1 15356"/>
                <a:gd name="f10" fmla="*/ f1 1 863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5356"/>
                <a:gd name="f17" fmla="*/ f14 1 8638"/>
                <a:gd name="f18" fmla="*/ 0 1 f16"/>
                <a:gd name="f19" fmla="*/ f12 1 f16"/>
                <a:gd name="f20" fmla="*/ 0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5356" h="8638">
                  <a:moveTo>
                    <a:pt x="f2" y="f2"/>
                  </a:moveTo>
                  <a:lnTo>
                    <a:pt x="f2" y="f4"/>
                  </a:lnTo>
                  <a:lnTo>
                    <a:pt x="f3" y="f4"/>
                  </a:lnTo>
                  <a:lnTo>
                    <a:pt x="f3" y="f2"/>
                  </a:lnTo>
                  <a:lnTo>
                    <a:pt x="f2" y="f2"/>
                  </a:lnTo>
                  <a:close/>
                  <a:moveTo>
                    <a:pt x="f5" y="f6"/>
                  </a:moveTo>
                  <a:lnTo>
                    <a:pt x="f7" y="f6"/>
                  </a:lnTo>
                  <a:lnTo>
                    <a:pt x="f7" y="f8"/>
                  </a:lnTo>
                  <a:lnTo>
                    <a:pt x="f5" y="f8"/>
                  </a:lnTo>
                  <a:lnTo>
                    <a:pt x="f5" y="f6"/>
                  </a:ln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" name="Rectangle 26">
            <a:extLst>
              <a:ext uri="{FF2B5EF4-FFF2-40B4-BE49-F238E27FC236}">
                <a16:creationId xmlns:a16="http://schemas.microsoft.com/office/drawing/2014/main" id="{50B179A4-FE50-44C2-8145-097718352AD4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6C16F0E-AB9C-4037-B71B-68C1810CDBB5}"/>
              </a:ext>
            </a:extLst>
          </p:cNvPr>
          <p:cNvSpPr>
            <a:spLocks noMove="1" noResize="1"/>
          </p:cNvSpPr>
          <p:nvPr/>
        </p:nvSpPr>
        <p:spPr>
          <a:xfrm rot="5677526" flipH="1">
            <a:off x="3527278" y="1857887"/>
            <a:ext cx="3299411" cy="440923"/>
          </a:xfrm>
          <a:custGeom>
            <a:avLst/>
            <a:gdLst>
              <a:gd name="f0" fmla="val w"/>
              <a:gd name="f1" fmla="val h"/>
              <a:gd name="f2" fmla="val 0"/>
              <a:gd name="f3" fmla="val 10000"/>
              <a:gd name="f4" fmla="val 5291"/>
              <a:gd name="f5" fmla="val 85"/>
              <a:gd name="f6" fmla="val 2532"/>
              <a:gd name="f7" fmla="val 1736"/>
              <a:gd name="f8" fmla="val 3911"/>
              <a:gd name="f9" fmla="val 7524"/>
              <a:gd name="f10" fmla="val 5298"/>
              <a:gd name="f11" fmla="val 9958"/>
              <a:gd name="f12" fmla="val 9989"/>
              <a:gd name="f13" fmla="val 1958"/>
              <a:gd name="f14" fmla="val 9969"/>
              <a:gd name="f15" fmla="val 3333"/>
              <a:gd name="f16" fmla="val 9667"/>
              <a:gd name="f17" fmla="val 204"/>
              <a:gd name="f18" fmla="val 9334"/>
              <a:gd name="f19" fmla="val 400"/>
              <a:gd name="f20" fmla="val 9001"/>
              <a:gd name="f21" fmla="val 590"/>
              <a:gd name="f22" fmla="val 8667"/>
              <a:gd name="f23" fmla="val 753"/>
              <a:gd name="f24" fmla="val 8333"/>
              <a:gd name="f25" fmla="val 917"/>
              <a:gd name="f26" fmla="val 7999"/>
              <a:gd name="f27" fmla="val 1071"/>
              <a:gd name="f28" fmla="val 7669"/>
              <a:gd name="f29" fmla="val 1202"/>
              <a:gd name="f30" fmla="val 7333"/>
              <a:gd name="f31" fmla="val 1325"/>
              <a:gd name="f32" fmla="val 7000"/>
              <a:gd name="f33" fmla="val 1440"/>
              <a:gd name="f34" fmla="val 6673"/>
              <a:gd name="f35" fmla="val 1538"/>
              <a:gd name="f36" fmla="val 6340"/>
              <a:gd name="f37" fmla="val 1636"/>
              <a:gd name="f38" fmla="val 6013"/>
              <a:gd name="f39" fmla="val 1719"/>
              <a:gd name="f40" fmla="val 5686"/>
              <a:gd name="f41" fmla="val 1784"/>
              <a:gd name="f42" fmla="val 5359"/>
              <a:gd name="f43" fmla="val 1850"/>
              <a:gd name="f44" fmla="val 5036"/>
              <a:gd name="f45" fmla="val 1906"/>
              <a:gd name="f46" fmla="val 4717"/>
              <a:gd name="f47" fmla="val 1948"/>
              <a:gd name="f48" fmla="val 4396"/>
              <a:gd name="f49" fmla="val 1980"/>
              <a:gd name="f50" fmla="val 4079"/>
              <a:gd name="f51" fmla="val 2013"/>
              <a:gd name="f52" fmla="val 3766"/>
              <a:gd name="f53" fmla="val 2029"/>
              <a:gd name="f54" fmla="val 3454"/>
              <a:gd name="f55" fmla="val 2046"/>
              <a:gd name="f56" fmla="val 3145"/>
              <a:gd name="f57" fmla="val 2053"/>
              <a:gd name="f58" fmla="val 2839"/>
              <a:gd name="f59" fmla="val 2537"/>
              <a:gd name="f60" fmla="val 2238"/>
              <a:gd name="f61" fmla="val 1943"/>
              <a:gd name="f62" fmla="val 2004"/>
              <a:gd name="f63" fmla="val 1653"/>
              <a:gd name="f64" fmla="val 1368"/>
              <a:gd name="f65" fmla="val 1955"/>
              <a:gd name="f66" fmla="val 1085"/>
              <a:gd name="f67" fmla="val 1915"/>
              <a:gd name="f68" fmla="val 806"/>
              <a:gd name="f69" fmla="val 1873"/>
              <a:gd name="f70" fmla="val 533"/>
              <a:gd name="f71" fmla="val 1833"/>
              <a:gd name="f72" fmla="val 1726"/>
              <a:gd name="f73" fmla="val 28"/>
              <a:gd name="f74" fmla="val 1995"/>
              <a:gd name="f75" fmla="val 57"/>
              <a:gd name="f76" fmla="val 2263"/>
              <a:gd name="f77" fmla="*/ f0 1 10000"/>
              <a:gd name="f78" fmla="*/ f1 1 5291"/>
              <a:gd name="f79" fmla="val f2"/>
              <a:gd name="f80" fmla="val f3"/>
              <a:gd name="f81" fmla="val f4"/>
              <a:gd name="f82" fmla="+- f81 0 f79"/>
              <a:gd name="f83" fmla="+- f80 0 f79"/>
              <a:gd name="f84" fmla="*/ f83 1 10000"/>
              <a:gd name="f85" fmla="*/ f82 1 5291"/>
              <a:gd name="f86" fmla="*/ f79 1 f84"/>
              <a:gd name="f87" fmla="*/ f80 1 f84"/>
              <a:gd name="f88" fmla="*/ f79 1 f85"/>
              <a:gd name="f89" fmla="*/ f81 1 f85"/>
              <a:gd name="f90" fmla="*/ f86 f77 1"/>
              <a:gd name="f91" fmla="*/ f87 f77 1"/>
              <a:gd name="f92" fmla="*/ f89 f78 1"/>
              <a:gd name="f93" fmla="*/ f88 f7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0" t="f93" r="f91" b="f92"/>
            <a:pathLst>
              <a:path w="10000" h="5291">
                <a:moveTo>
                  <a:pt x="f5" y="f6"/>
                </a:moveTo>
                <a:cubicBezTo>
                  <a:pt x="f7" y="f8"/>
                  <a:pt x="f9" y="f10"/>
                  <a:pt x="f11" y="f4"/>
                </a:cubicBezTo>
                <a:cubicBezTo>
                  <a:pt x="f12" y="f13"/>
                  <a:pt x="f14" y="f15"/>
                  <a:pt x="f3" y="f2"/>
                </a:cubicBezTo>
                <a:lnTo>
                  <a:pt x="f3" y="f2"/>
                </a:lnTo>
                <a:lnTo>
                  <a:pt x="f16" y="f17"/>
                </a:lnTo>
                <a:lnTo>
                  <a:pt x="f18" y="f19"/>
                </a:lnTo>
                <a:lnTo>
                  <a:pt x="f20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29"/>
                </a:lnTo>
                <a:lnTo>
                  <a:pt x="f30" y="f31"/>
                </a:lnTo>
                <a:lnTo>
                  <a:pt x="f32" y="f33"/>
                </a:lnTo>
                <a:lnTo>
                  <a:pt x="f34" y="f35"/>
                </a:lnTo>
                <a:lnTo>
                  <a:pt x="f36" y="f37"/>
                </a:lnTo>
                <a:lnTo>
                  <a:pt x="f38" y="f39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50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7"/>
                </a:lnTo>
                <a:lnTo>
                  <a:pt x="f58" y="f55"/>
                </a:lnTo>
                <a:lnTo>
                  <a:pt x="f59" y="f55"/>
                </a:lnTo>
                <a:lnTo>
                  <a:pt x="f60" y="f53"/>
                </a:lnTo>
                <a:lnTo>
                  <a:pt x="f61" y="f62"/>
                </a:lnTo>
                <a:lnTo>
                  <a:pt x="f63" y="f49"/>
                </a:lnTo>
                <a:lnTo>
                  <a:pt x="f64" y="f65"/>
                </a:lnTo>
                <a:lnTo>
                  <a:pt x="f66" y="f67"/>
                </a:lnTo>
                <a:lnTo>
                  <a:pt x="f68" y="f69"/>
                </a:lnTo>
                <a:lnTo>
                  <a:pt x="f70" y="f71"/>
                </a:lnTo>
                <a:lnTo>
                  <a:pt x="f2" y="f72"/>
                </a:lnTo>
                <a:cubicBezTo>
                  <a:pt x="f73" y="f74"/>
                  <a:pt x="f75" y="f76"/>
                  <a:pt x="f5" y="f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pic>
        <p:nvPicPr>
          <p:cNvPr id="7" name="Kép 4" descr="A képen Szárazföldi jármű, jármű, kültéri, autó látható&#10;&#10;Lehet, hogy az AI által létrehozott tartalom helytelen.">
            <a:extLst>
              <a:ext uri="{FF2B5EF4-FFF2-40B4-BE49-F238E27FC236}">
                <a16:creationId xmlns:a16="http://schemas.microsoft.com/office/drawing/2014/main" id="{BF00A399-BCD8-4961-8901-58B1479BD9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22" r="11490" b="-1"/>
          <a:stretch>
            <a:fillRect/>
          </a:stretch>
        </p:blipFill>
        <p:spPr>
          <a:xfrm>
            <a:off x="423339" y="402162"/>
            <a:ext cx="4932950" cy="6053666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D01D7810-25FF-417B-B3CA-0A778E173956}"/>
              </a:ext>
            </a:extLst>
          </p:cNvPr>
          <p:cNvSpPr>
            <a:spLocks noMove="1" noResize="1"/>
          </p:cNvSpPr>
          <p:nvPr/>
        </p:nvSpPr>
        <p:spPr>
          <a:xfrm>
            <a:off x="0" y="1591"/>
            <a:ext cx="12191996" cy="6856408"/>
          </a:xfrm>
          <a:custGeom>
            <a:avLst/>
            <a:gdLst>
              <a:gd name="f0" fmla="val w"/>
              <a:gd name="f1" fmla="val h"/>
              <a:gd name="f2" fmla="val 0"/>
              <a:gd name="f3" fmla="val 15356"/>
              <a:gd name="f4" fmla="val 8638"/>
              <a:gd name="f5" fmla="val 14748"/>
              <a:gd name="f6" fmla="val 8038"/>
              <a:gd name="f7" fmla="val 600"/>
              <a:gd name="f8" fmla="val 592"/>
              <a:gd name="f9" fmla="*/ f0 1 15356"/>
              <a:gd name="f10" fmla="*/ f1 1 8638"/>
              <a:gd name="f11" fmla="val f2"/>
              <a:gd name="f12" fmla="val f3"/>
              <a:gd name="f13" fmla="val f4"/>
              <a:gd name="f14" fmla="+- f13 0 f11"/>
              <a:gd name="f15" fmla="+- f12 0 f11"/>
              <a:gd name="f16" fmla="*/ f15 1 15356"/>
              <a:gd name="f17" fmla="*/ f14 1 8638"/>
              <a:gd name="f18" fmla="*/ 0 1 f16"/>
              <a:gd name="f19" fmla="*/ f12 1 f16"/>
              <a:gd name="f20" fmla="*/ 0 1 f17"/>
              <a:gd name="f21" fmla="*/ f13 1 f17"/>
              <a:gd name="f22" fmla="*/ f18 f9 1"/>
              <a:gd name="f23" fmla="*/ f19 f9 1"/>
              <a:gd name="f24" fmla="*/ f21 f10 1"/>
              <a:gd name="f25" fmla="*/ f20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25" r="f23" b="f24"/>
            <a:pathLst>
              <a:path w="15356" h="8638">
                <a:moveTo>
                  <a:pt x="f2" y="f2"/>
                </a:move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  <a:moveTo>
                  <a:pt x="f5" y="f6"/>
                </a:moveTo>
                <a:lnTo>
                  <a:pt x="f7" y="f6"/>
                </a:lnTo>
                <a:lnTo>
                  <a:pt x="f7" y="f8"/>
                </a:lnTo>
                <a:lnTo>
                  <a:pt x="f5" y="f8"/>
                </a:lnTo>
                <a:lnTo>
                  <a:pt x="f5" y="f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E40DE916-FAB4-4914-938E-BB1D0343E0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5056" y="1241270"/>
            <a:ext cx="5428555" cy="31537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5400"/>
              <a:t>Köszönjük a figyelmet </a:t>
            </a: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3A2D236-6146-4E58-BCFA-514608BA128B}"/>
              </a:ext>
            </a:extLst>
          </p:cNvPr>
          <p:cNvSpPr>
            <a:spLocks noMove="1" noResize="1"/>
          </p:cNvSpPr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31166"/>
          </a:solidFill>
          <a:ln cap="rnd">
            <a:noFill/>
            <a:prstDash val="solid"/>
          </a:ln>
          <a:effectLst>
            <a:outerShdw dist="25402" dir="5400000" algn="tl">
              <a:srgbClr val="000000">
                <a:alpha val="45000"/>
              </a:srgbClr>
            </a:outerShdw>
          </a:effectLst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Ion Boardroom</vt:lpstr>
      <vt:lpstr>Fórum projekt</vt:lpstr>
      <vt:lpstr>Miért pont fórum?</vt:lpstr>
      <vt:lpstr>Feladatok felosztása </vt:lpstr>
      <vt:lpstr>A projekt felépítése</vt:lpstr>
      <vt:lpstr>Github</vt:lpstr>
      <vt:lpstr>Trello</vt:lpstr>
      <vt:lpstr>Kezdetleges elképzelés</vt:lpstr>
      <vt:lpstr>"Végleges" kinézete(Home)</vt:lpstr>
      <vt:lpstr>Bejelentkezés és regisztráció</vt:lpstr>
      <vt:lpstr>Gyakori kérdések</vt:lpstr>
      <vt:lpstr>Profil és admin felület</vt:lpstr>
      <vt:lpstr>Új téma létrehozása</vt:lpstr>
      <vt:lpstr>Saját tervezésű logo</vt:lpstr>
      <vt:lpstr>Végpontok</vt:lpstr>
      <vt:lpstr>Adatbázis</vt:lpstr>
      <vt:lpstr>Továbbfejlesztési lehetőségek</vt:lpstr>
      <vt:lpstr>Köszönjük a figyelmet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Fórum projekt</dc:title>
  <dc:creator/>
  <cp:lastModifiedBy>cloudconvert_12</cp:lastModifiedBy>
  <cp:revision>319</cp:revision>
  <dcterms:created xsi:type="dcterms:W3CDTF">2025-05-22T16:37:39Z</dcterms:created>
  <dcterms:modified xsi:type="dcterms:W3CDTF">2025-05-22T18:56:00Z</dcterms:modified>
</cp:coreProperties>
</file>